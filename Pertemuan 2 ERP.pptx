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731" r:id="rId2"/>
  </p:sldMasterIdLst>
  <p:sldIdLst>
    <p:sldId id="257" r:id="rId3"/>
    <p:sldId id="275" r:id="rId4"/>
    <p:sldId id="276" r:id="rId5"/>
    <p:sldId id="27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Benefit of Integration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Manfaat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Sheet1!$A$2:$A$10</c:f>
              <c:strCache>
                <c:ptCount val="9"/>
                <c:pt idx="0">
                  <c:v>Revenue/profit increases</c:v>
                </c:pt>
                <c:pt idx="1">
                  <c:v>Cash management Improvements</c:v>
                </c:pt>
                <c:pt idx="2">
                  <c:v>Procurement cost reduction</c:v>
                </c:pt>
                <c:pt idx="3">
                  <c:v>IT cost reduction</c:v>
                </c:pt>
                <c:pt idx="4">
                  <c:v>financial close cycle improvements</c:v>
                </c:pt>
                <c:pt idx="5">
                  <c:v>order management improvements</c:v>
                </c:pt>
                <c:pt idx="6">
                  <c:v>productivity improvements</c:v>
                </c:pt>
                <c:pt idx="7">
                  <c:v>personnel reduction</c:v>
                </c:pt>
                <c:pt idx="8">
                  <c:v>inventory reduction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18</c:v>
                </c:pt>
                <c:pt idx="5">
                  <c:v>20</c:v>
                </c:pt>
                <c:pt idx="6">
                  <c:v>26</c:v>
                </c:pt>
                <c:pt idx="7">
                  <c:v>27</c:v>
                </c:pt>
                <c:pt idx="8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9E-464D-A722-A52694BB3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33801232"/>
        <c:axId val="1233802896"/>
        <c:axId val="0"/>
      </c:bar3DChart>
      <c:catAx>
        <c:axId val="1233801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802896"/>
        <c:crosses val="autoZero"/>
        <c:auto val="1"/>
        <c:lblAlgn val="ctr"/>
        <c:lblOffset val="100"/>
        <c:noMultiLvlLbl val="0"/>
      </c:catAx>
      <c:valAx>
        <c:axId val="12338028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801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>
      <a:gsLst>
        <a:gs pos="0">
          <a:schemeClr val="bg2">
            <a:tint val="90000"/>
            <a:satMod val="92000"/>
            <a:lumMod val="120000"/>
          </a:schemeClr>
        </a:gs>
        <a:gs pos="100000">
          <a:schemeClr val="bg2">
            <a:shade val="98000"/>
            <a:satMod val="120000"/>
            <a:lumMod val="98000"/>
          </a:schemeClr>
        </a:gs>
      </a:gsLst>
      <a:path path="circle">
        <a:fillToRect l="50000" t="50000" r="100000" b="100000"/>
      </a:path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Technology Motivations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Kondisi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Sheet1!$A$2:$A$8</c:f>
              <c:strCache>
                <c:ptCount val="7"/>
                <c:pt idx="0">
                  <c:v>Unable to support growth</c:v>
                </c:pt>
                <c:pt idx="1">
                  <c:v>obsolote systems</c:v>
                </c:pt>
                <c:pt idx="2">
                  <c:v>difficulty integrating acquisitions</c:v>
                </c:pt>
                <c:pt idx="3">
                  <c:v>systems not integrated</c:v>
                </c:pt>
                <c:pt idx="4">
                  <c:v>poor quality of information</c:v>
                </c:pt>
                <c:pt idx="5">
                  <c:v>disparate systems</c:v>
                </c:pt>
                <c:pt idx="6">
                  <c:v>Y2K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11</c:v>
                </c:pt>
                <c:pt idx="2">
                  <c:v>12</c:v>
                </c:pt>
                <c:pt idx="3">
                  <c:v>19</c:v>
                </c:pt>
                <c:pt idx="4">
                  <c:v>26</c:v>
                </c:pt>
                <c:pt idx="5">
                  <c:v>37</c:v>
                </c:pt>
                <c:pt idx="6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9E-464D-A722-A52694BB3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33801232"/>
        <c:axId val="1233802896"/>
        <c:axId val="0"/>
      </c:bar3DChart>
      <c:catAx>
        <c:axId val="1233801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802896"/>
        <c:crosses val="autoZero"/>
        <c:auto val="1"/>
        <c:lblAlgn val="ctr"/>
        <c:lblOffset val="100"/>
        <c:noMultiLvlLbl val="0"/>
      </c:catAx>
      <c:valAx>
        <c:axId val="12338028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801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>
      <a:gsLst>
        <a:gs pos="0">
          <a:schemeClr val="bg2">
            <a:tint val="90000"/>
            <a:satMod val="92000"/>
            <a:lumMod val="120000"/>
          </a:schemeClr>
        </a:gs>
        <a:gs pos="100000">
          <a:schemeClr val="bg2">
            <a:shade val="98000"/>
            <a:satMod val="120000"/>
            <a:lumMod val="98000"/>
          </a:schemeClr>
        </a:gs>
      </a:gsLst>
      <a:path path="circle">
        <a:fillToRect l="50000" t="50000" r="100000" b="100000"/>
      </a:path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Operational Motivations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Condition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Sheet1!$A$2:$A$8</c:f>
              <c:strCache>
                <c:ptCount val="7"/>
                <c:pt idx="0">
                  <c:v>Inconsistent business processes</c:v>
                </c:pt>
                <c:pt idx="1">
                  <c:v>globalization</c:v>
                </c:pt>
                <c:pt idx="2">
                  <c:v>unable to support strategies</c:v>
                </c:pt>
                <c:pt idx="3">
                  <c:v>complex processes</c:v>
                </c:pt>
                <c:pt idx="4">
                  <c:v>not responsive to customers</c:v>
                </c:pt>
                <c:pt idx="5">
                  <c:v>hight cost structure</c:v>
                </c:pt>
                <c:pt idx="6">
                  <c:v>poor performance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15</c:v>
                </c:pt>
                <c:pt idx="2">
                  <c:v>15</c:v>
                </c:pt>
                <c:pt idx="3">
                  <c:v>20</c:v>
                </c:pt>
                <c:pt idx="4">
                  <c:v>21</c:v>
                </c:pt>
                <c:pt idx="5">
                  <c:v>24</c:v>
                </c:pt>
                <c:pt idx="6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9E-464D-A722-A52694BB3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33801232"/>
        <c:axId val="1233802896"/>
        <c:axId val="0"/>
      </c:bar3DChart>
      <c:catAx>
        <c:axId val="1233801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802896"/>
        <c:crosses val="autoZero"/>
        <c:auto val="1"/>
        <c:lblAlgn val="ctr"/>
        <c:lblOffset val="100"/>
        <c:noMultiLvlLbl val="0"/>
      </c:catAx>
      <c:valAx>
        <c:axId val="12338028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801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>
      <a:gsLst>
        <a:gs pos="0">
          <a:schemeClr val="bg2">
            <a:tint val="90000"/>
            <a:satMod val="92000"/>
            <a:lumMod val="120000"/>
          </a:schemeClr>
        </a:gs>
        <a:gs pos="100000">
          <a:schemeClr val="bg2">
            <a:shade val="98000"/>
            <a:satMod val="120000"/>
            <a:lumMod val="98000"/>
          </a:schemeClr>
        </a:gs>
      </a:gsLst>
      <a:path path="circle">
        <a:fillToRect l="50000" t="50000" r="100000" b="100000"/>
      </a:path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46C50D-33C8-4AE5-B4CC-5894C2D2B772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46D7CFB-2D51-4261-9C23-18DBB9A07062}">
      <dgm:prSet phldrT="[Text]"/>
      <dgm:spPr/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merupakan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suatu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kesatuan</a:t>
          </a:r>
          <a:r>
            <a:rPr lang="en-US" dirty="0" smtClean="0">
              <a:solidFill>
                <a:schemeClr val="tx1"/>
              </a:solidFill>
            </a:rPr>
            <a:t> yang </a:t>
          </a:r>
          <a:r>
            <a:rPr lang="en-US" dirty="0" err="1" smtClean="0">
              <a:solidFill>
                <a:schemeClr val="tx1"/>
              </a:solidFill>
            </a:rPr>
            <a:t>terdiri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komponen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atau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elemen</a:t>
          </a:r>
          <a:r>
            <a:rPr lang="en-US" dirty="0" smtClean="0">
              <a:solidFill>
                <a:schemeClr val="tx1"/>
              </a:solidFill>
            </a:rPr>
            <a:t> yang </a:t>
          </a:r>
          <a:r>
            <a:rPr lang="en-US" dirty="0" err="1" smtClean="0">
              <a:solidFill>
                <a:schemeClr val="tx1"/>
              </a:solidFill>
            </a:rPr>
            <a:t>dihubungkan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bersama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untuk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memudahkan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aliran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informasi</a:t>
          </a:r>
          <a:r>
            <a:rPr lang="en-US" dirty="0" smtClean="0">
              <a:solidFill>
                <a:schemeClr val="tx1"/>
              </a:solidFill>
            </a:rPr>
            <a:t>, </a:t>
          </a:r>
          <a:r>
            <a:rPr lang="en-US" dirty="0" err="1" smtClean="0">
              <a:solidFill>
                <a:schemeClr val="tx1"/>
              </a:solidFill>
            </a:rPr>
            <a:t>materi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atau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energi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untuk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mencapai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suatu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tujuan</a:t>
          </a:r>
          <a:r>
            <a:rPr lang="en-US" dirty="0" smtClean="0"/>
            <a:t>.</a:t>
          </a:r>
          <a:endParaRPr lang="en-US" dirty="0"/>
        </a:p>
      </dgm:t>
    </dgm:pt>
    <dgm:pt modelId="{C665B5FD-F55F-4B82-836E-0E848899EBB7}" type="sibTrans" cxnId="{C7B8C30C-8275-433C-BA03-8CD448450F51}">
      <dgm:prSet/>
      <dgm:spPr/>
      <dgm:t>
        <a:bodyPr/>
        <a:lstStyle/>
        <a:p>
          <a:endParaRPr lang="en-US"/>
        </a:p>
      </dgm:t>
    </dgm:pt>
    <dgm:pt modelId="{73872A47-3A4D-464E-A325-97D69C608BC1}" type="parTrans" cxnId="{C7B8C30C-8275-433C-BA03-8CD448450F51}">
      <dgm:prSet/>
      <dgm:spPr/>
      <dgm:t>
        <a:bodyPr/>
        <a:lstStyle/>
        <a:p>
          <a:endParaRPr lang="en-US"/>
        </a:p>
      </dgm:t>
    </dgm:pt>
    <dgm:pt modelId="{FBC772FB-B985-4A2B-8D3C-8AE450FE56D1}">
      <dgm:prSet phldrT="[Text]"/>
      <dgm:spPr/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merupakan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kombinasi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dari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teknologi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informasi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dan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aktivitas</a:t>
          </a:r>
          <a:r>
            <a:rPr lang="en-US" dirty="0" smtClean="0">
              <a:solidFill>
                <a:schemeClr val="tx1"/>
              </a:solidFill>
            </a:rPr>
            <a:t> orang yang </a:t>
          </a:r>
          <a:r>
            <a:rPr lang="en-US" dirty="0" err="1" smtClean="0">
              <a:solidFill>
                <a:schemeClr val="tx1"/>
              </a:solidFill>
            </a:rPr>
            <a:t>menggunakan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teknologi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itu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untuk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mendukung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operasi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dan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manajemen</a:t>
          </a:r>
          <a:r>
            <a:rPr lang="en-US" dirty="0" smtClean="0">
              <a:solidFill>
                <a:schemeClr val="tx1"/>
              </a:solidFill>
            </a:rPr>
            <a:t>. </a:t>
          </a:r>
          <a:r>
            <a:rPr lang="en-US" dirty="0" err="1" smtClean="0">
              <a:solidFill>
                <a:schemeClr val="tx1"/>
              </a:solidFill>
            </a:rPr>
            <a:t>Dalam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arti</a:t>
          </a:r>
          <a:r>
            <a:rPr lang="en-US" dirty="0" smtClean="0">
              <a:solidFill>
                <a:schemeClr val="tx1"/>
              </a:solidFill>
            </a:rPr>
            <a:t> yang </a:t>
          </a:r>
          <a:r>
            <a:rPr lang="en-US" dirty="0" err="1" smtClean="0">
              <a:solidFill>
                <a:schemeClr val="tx1"/>
              </a:solidFill>
            </a:rPr>
            <a:t>sangat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luas</a:t>
          </a:r>
          <a:r>
            <a:rPr lang="en-US" dirty="0" smtClean="0">
              <a:solidFill>
                <a:schemeClr val="tx1"/>
              </a:solidFill>
            </a:rPr>
            <a:t>, </a:t>
          </a:r>
          <a:r>
            <a:rPr lang="en-US" dirty="0" err="1" smtClean="0">
              <a:solidFill>
                <a:schemeClr val="tx1"/>
              </a:solidFill>
            </a:rPr>
            <a:t>istilah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sistem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informasi</a:t>
          </a:r>
          <a:r>
            <a:rPr lang="en-US" dirty="0" smtClean="0">
              <a:solidFill>
                <a:schemeClr val="tx1"/>
              </a:solidFill>
            </a:rPr>
            <a:t> yang </a:t>
          </a:r>
          <a:r>
            <a:rPr lang="en-US" dirty="0" err="1" smtClean="0">
              <a:solidFill>
                <a:schemeClr val="tx1"/>
              </a:solidFill>
            </a:rPr>
            <a:t>sering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digunakan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merujuk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kepada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interaksi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antara</a:t>
          </a:r>
          <a:r>
            <a:rPr lang="en-US" dirty="0" smtClean="0">
              <a:solidFill>
                <a:schemeClr val="tx1"/>
              </a:solidFill>
            </a:rPr>
            <a:t> orang, proses </a:t>
          </a:r>
          <a:r>
            <a:rPr lang="en-US" dirty="0" err="1" smtClean="0">
              <a:solidFill>
                <a:schemeClr val="tx1"/>
              </a:solidFill>
            </a:rPr>
            <a:t>algoritmik</a:t>
          </a:r>
          <a:r>
            <a:rPr lang="en-US" dirty="0" smtClean="0">
              <a:solidFill>
                <a:schemeClr val="tx1"/>
              </a:solidFill>
            </a:rPr>
            <a:t>, data, </a:t>
          </a:r>
          <a:r>
            <a:rPr lang="en-US" dirty="0" err="1" smtClean="0">
              <a:solidFill>
                <a:schemeClr val="tx1"/>
              </a:solidFill>
            </a:rPr>
            <a:t>dan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en-US" dirty="0" err="1" smtClean="0">
              <a:solidFill>
                <a:schemeClr val="tx1"/>
              </a:solidFill>
            </a:rPr>
            <a:t>teknologi</a:t>
          </a:r>
          <a:r>
            <a:rPr lang="en-US" dirty="0" smtClean="0"/>
            <a:t>.</a:t>
          </a:r>
          <a:endParaRPr lang="en-US" dirty="0"/>
        </a:p>
      </dgm:t>
    </dgm:pt>
    <dgm:pt modelId="{0E708609-426A-4B98-9C60-FB1A3AA54917}" type="sibTrans" cxnId="{9BCCA252-8EC0-43B8-BE7C-1839DBF65F51}">
      <dgm:prSet/>
      <dgm:spPr/>
      <dgm:t>
        <a:bodyPr/>
        <a:lstStyle/>
        <a:p>
          <a:endParaRPr lang="en-US"/>
        </a:p>
      </dgm:t>
    </dgm:pt>
    <dgm:pt modelId="{C95071D3-DF04-44E6-B2AD-181CAB616687}" type="parTrans" cxnId="{9BCCA252-8EC0-43B8-BE7C-1839DBF65F51}">
      <dgm:prSet/>
      <dgm:spPr/>
      <dgm:t>
        <a:bodyPr/>
        <a:lstStyle/>
        <a:p>
          <a:endParaRPr lang="en-US"/>
        </a:p>
      </dgm:t>
    </dgm:pt>
    <dgm:pt modelId="{7AB13B7B-9E0D-4BE4-AAD5-DE223F79FD8B}">
      <dgm:prSet phldrT="[Text]"/>
      <dgm:spPr/>
      <dgm:t>
        <a:bodyPr/>
        <a:lstStyle/>
        <a:p>
          <a:r>
            <a:rPr lang="en-US" dirty="0" err="1" smtClean="0">
              <a:solidFill>
                <a:schemeClr val="tx1"/>
              </a:solidFill>
            </a:rPr>
            <a:t>merupakan</a:t>
          </a:r>
          <a:r>
            <a:rPr lang="en-US" dirty="0" smtClean="0">
              <a:solidFill>
                <a:schemeClr val="tx1"/>
              </a:solidFill>
            </a:rPr>
            <a:t> k</a:t>
          </a:r>
          <a:r>
            <a:rPr lang="id-ID" dirty="0" smtClean="0">
              <a:solidFill>
                <a:schemeClr val="tx1"/>
              </a:solidFill>
            </a:rPr>
            <a:t>umpulan </a:t>
          </a:r>
          <a:r>
            <a:rPr lang="en-US" dirty="0" err="1" smtClean="0">
              <a:solidFill>
                <a:schemeClr val="tx1"/>
              </a:solidFill>
            </a:rPr>
            <a:t>serangkaian</a:t>
          </a:r>
          <a:r>
            <a:rPr lang="id-ID" dirty="0" smtClean="0">
              <a:solidFill>
                <a:schemeClr val="tx1"/>
              </a:solidFill>
            </a:rPr>
            <a:t> informasi yang dihubungkan bersama</a:t>
          </a:r>
          <a:r>
            <a:rPr lang="en-US" dirty="0" smtClean="0">
              <a:solidFill>
                <a:schemeClr val="tx1"/>
              </a:solidFill>
            </a:rPr>
            <a:t>-</a:t>
          </a:r>
          <a:r>
            <a:rPr lang="en-US" dirty="0" err="1" smtClean="0">
              <a:solidFill>
                <a:schemeClr val="tx1"/>
              </a:solidFill>
            </a:rPr>
            <a:t>sama</a:t>
          </a:r>
          <a:r>
            <a:rPr lang="id-ID" dirty="0" smtClean="0">
              <a:solidFill>
                <a:schemeClr val="tx1"/>
              </a:solidFill>
            </a:rPr>
            <a:t> secara terorganisir</a:t>
          </a:r>
          <a:r>
            <a:rPr lang="en-US" dirty="0" smtClean="0">
              <a:solidFill>
                <a:schemeClr val="tx1"/>
              </a:solidFill>
            </a:rPr>
            <a:t> (</a:t>
          </a:r>
          <a:r>
            <a:rPr lang="id-ID" dirty="0" smtClean="0">
              <a:solidFill>
                <a:schemeClr val="tx1"/>
              </a:solidFill>
            </a:rPr>
            <a:t>ada </a:t>
          </a:r>
          <a:r>
            <a:rPr lang="en-US" dirty="0" smtClean="0">
              <a:solidFill>
                <a:schemeClr val="tx1"/>
              </a:solidFill>
            </a:rPr>
            <a:t> </a:t>
          </a:r>
          <a:r>
            <a:rPr lang="id-ID" dirty="0" smtClean="0">
              <a:solidFill>
                <a:schemeClr val="tx1"/>
              </a:solidFill>
            </a:rPr>
            <a:t>rencana yang jelas untuk mengumpulkan dan menghubungkan kumpulan informasi</a:t>
          </a:r>
          <a:r>
            <a:rPr lang="en-US" dirty="0" smtClean="0">
              <a:solidFill>
                <a:schemeClr val="tx1"/>
              </a:solidFill>
            </a:rPr>
            <a:t>).</a:t>
          </a:r>
        </a:p>
        <a:p>
          <a:r>
            <a:rPr lang="en-US" b="1" dirty="0" err="1" smtClean="0">
              <a:solidFill>
                <a:schemeClr val="tx1"/>
              </a:solidFill>
            </a:rPr>
            <a:t>merupakan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sIstem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informasi</a:t>
          </a:r>
          <a:r>
            <a:rPr lang="en-US" b="1" dirty="0" smtClean="0">
              <a:solidFill>
                <a:schemeClr val="tx1"/>
              </a:solidFill>
            </a:rPr>
            <a:t> yang </a:t>
          </a:r>
          <a:r>
            <a:rPr lang="en-US" b="1" dirty="0" err="1" smtClean="0">
              <a:solidFill>
                <a:schemeClr val="tx1"/>
              </a:solidFill>
            </a:rPr>
            <a:t>melibatkan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berbagai</a:t>
          </a:r>
          <a:r>
            <a:rPr lang="en-US" b="1" dirty="0" smtClean="0">
              <a:solidFill>
                <a:schemeClr val="tx1"/>
              </a:solidFill>
            </a:rPr>
            <a:t> unit </a:t>
          </a:r>
          <a:r>
            <a:rPr lang="en-US" b="1" dirty="0" err="1" smtClean="0">
              <a:solidFill>
                <a:schemeClr val="tx1"/>
              </a:solidFill>
            </a:rPr>
            <a:t>fungsional</a:t>
          </a:r>
          <a:r>
            <a:rPr lang="en-US" b="1" dirty="0" smtClean="0">
              <a:solidFill>
                <a:schemeClr val="tx1"/>
              </a:solidFill>
            </a:rPr>
            <a:t> di </a:t>
          </a:r>
          <a:r>
            <a:rPr lang="en-US" b="1" dirty="0" err="1" smtClean="0">
              <a:solidFill>
                <a:schemeClr val="tx1"/>
              </a:solidFill>
            </a:rPr>
            <a:t>dalam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perusahaan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maupun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hubungan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perusahaan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dengan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pihak</a:t>
          </a:r>
          <a:r>
            <a:rPr lang="en-US" b="1" dirty="0" smtClean="0">
              <a:solidFill>
                <a:schemeClr val="tx1"/>
              </a:solidFill>
            </a:rPr>
            <a:t> </a:t>
          </a:r>
          <a:r>
            <a:rPr lang="en-US" b="1" dirty="0" err="1" smtClean="0">
              <a:solidFill>
                <a:schemeClr val="tx1"/>
              </a:solidFill>
            </a:rPr>
            <a:t>luar</a:t>
          </a:r>
          <a:r>
            <a:rPr lang="en-US" b="1" dirty="0" smtClean="0">
              <a:solidFill>
                <a:schemeClr val="tx1"/>
              </a:solidFill>
            </a:rPr>
            <a:t>.</a:t>
          </a:r>
          <a:endParaRPr lang="en-US" dirty="0" smtClean="0">
            <a:solidFill>
              <a:schemeClr val="tx1"/>
            </a:solidFill>
          </a:endParaRPr>
        </a:p>
      </dgm:t>
    </dgm:pt>
    <dgm:pt modelId="{3C496352-FC09-4A29-9B72-3B3FB57FD3E7}" type="sibTrans" cxnId="{3704BA9C-6765-4F8F-9B69-829C96E16DE7}">
      <dgm:prSet/>
      <dgm:spPr/>
      <dgm:t>
        <a:bodyPr/>
        <a:lstStyle/>
        <a:p>
          <a:endParaRPr lang="en-US"/>
        </a:p>
      </dgm:t>
    </dgm:pt>
    <dgm:pt modelId="{1A197F29-FE13-4350-9924-71A3E671CD00}" type="parTrans" cxnId="{3704BA9C-6765-4F8F-9B69-829C96E16DE7}">
      <dgm:prSet/>
      <dgm:spPr/>
      <dgm:t>
        <a:bodyPr/>
        <a:lstStyle/>
        <a:p>
          <a:endParaRPr lang="en-US"/>
        </a:p>
      </dgm:t>
    </dgm:pt>
    <dgm:pt modelId="{6359BB33-1807-4BD2-B6B3-C4E205F9F714}" type="pres">
      <dgm:prSet presAssocID="{3F46C50D-33C8-4AE5-B4CC-5894C2D2B77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08387886-88F0-4E26-B517-D77A7A612D1A}" type="pres">
      <dgm:prSet presAssocID="{3F46C50D-33C8-4AE5-B4CC-5894C2D2B772}" presName="Name1" presStyleCnt="0"/>
      <dgm:spPr/>
    </dgm:pt>
    <dgm:pt modelId="{A56A794C-D9BF-409F-930F-736470FA22A8}" type="pres">
      <dgm:prSet presAssocID="{3F46C50D-33C8-4AE5-B4CC-5894C2D2B772}" presName="cycle" presStyleCnt="0"/>
      <dgm:spPr/>
    </dgm:pt>
    <dgm:pt modelId="{9B7CA66B-E170-4091-A9E8-105C630D429D}" type="pres">
      <dgm:prSet presAssocID="{3F46C50D-33C8-4AE5-B4CC-5894C2D2B772}" presName="srcNode" presStyleLbl="node1" presStyleIdx="0" presStyleCnt="3"/>
      <dgm:spPr/>
    </dgm:pt>
    <dgm:pt modelId="{61451BA1-E718-4780-8E61-BB7322094535}" type="pres">
      <dgm:prSet presAssocID="{3F46C50D-33C8-4AE5-B4CC-5894C2D2B772}" presName="conn" presStyleLbl="parChTrans1D2" presStyleIdx="0" presStyleCnt="1"/>
      <dgm:spPr/>
      <dgm:t>
        <a:bodyPr/>
        <a:lstStyle/>
        <a:p>
          <a:endParaRPr lang="en-US"/>
        </a:p>
      </dgm:t>
    </dgm:pt>
    <dgm:pt modelId="{D1AA3862-40A5-4744-9B67-86C8A344F3C1}" type="pres">
      <dgm:prSet presAssocID="{3F46C50D-33C8-4AE5-B4CC-5894C2D2B772}" presName="extraNode" presStyleLbl="node1" presStyleIdx="0" presStyleCnt="3"/>
      <dgm:spPr/>
    </dgm:pt>
    <dgm:pt modelId="{8CFA41B7-669D-4FE8-8FD1-258D8FC1EB99}" type="pres">
      <dgm:prSet presAssocID="{3F46C50D-33C8-4AE5-B4CC-5894C2D2B772}" presName="dstNode" presStyleLbl="node1" presStyleIdx="0" presStyleCnt="3"/>
      <dgm:spPr/>
    </dgm:pt>
    <dgm:pt modelId="{A1F01F67-A07F-467D-9110-FF76B56DFEBC}" type="pres">
      <dgm:prSet presAssocID="{946D7CFB-2D51-4261-9C23-18DBB9A07062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C2A8B4-E0F7-48A7-ACAE-F9EC58551AEB}" type="pres">
      <dgm:prSet presAssocID="{946D7CFB-2D51-4261-9C23-18DBB9A07062}" presName="accent_1" presStyleCnt="0"/>
      <dgm:spPr/>
    </dgm:pt>
    <dgm:pt modelId="{D7D79E27-EDA0-4449-B0AA-125E73580B47}" type="pres">
      <dgm:prSet presAssocID="{946D7CFB-2D51-4261-9C23-18DBB9A07062}" presName="accentRepeatNode" presStyleLbl="solidFgAcc1" presStyleIdx="0" presStyleCnt="3"/>
      <dgm:spPr/>
    </dgm:pt>
    <dgm:pt modelId="{780E27FF-97C6-4E32-923F-321FFCBB1177}" type="pres">
      <dgm:prSet presAssocID="{FBC772FB-B985-4A2B-8D3C-8AE450FE56D1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182E98-2ACC-4A6B-BF72-938097A4F42B}" type="pres">
      <dgm:prSet presAssocID="{FBC772FB-B985-4A2B-8D3C-8AE450FE56D1}" presName="accent_2" presStyleCnt="0"/>
      <dgm:spPr/>
    </dgm:pt>
    <dgm:pt modelId="{EF8F9DD6-DD21-4566-8E8F-B0CBB12DF33E}" type="pres">
      <dgm:prSet presAssocID="{FBC772FB-B985-4A2B-8D3C-8AE450FE56D1}" presName="accentRepeatNode" presStyleLbl="solidFgAcc1" presStyleIdx="1" presStyleCnt="3"/>
      <dgm:spPr/>
    </dgm:pt>
    <dgm:pt modelId="{17EC0FF6-313E-4DDC-8CBB-B69641616CC2}" type="pres">
      <dgm:prSet presAssocID="{7AB13B7B-9E0D-4BE4-AAD5-DE223F79FD8B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9890DA-6D70-4E56-8B0F-0F76597A5275}" type="pres">
      <dgm:prSet presAssocID="{7AB13B7B-9E0D-4BE4-AAD5-DE223F79FD8B}" presName="accent_3" presStyleCnt="0"/>
      <dgm:spPr/>
    </dgm:pt>
    <dgm:pt modelId="{76E7C4B9-18DC-44F3-BD8C-60070D25A8C7}" type="pres">
      <dgm:prSet presAssocID="{7AB13B7B-9E0D-4BE4-AAD5-DE223F79FD8B}" presName="accentRepeatNode" presStyleLbl="solidFgAcc1" presStyleIdx="2" presStyleCnt="3"/>
      <dgm:spPr/>
    </dgm:pt>
  </dgm:ptLst>
  <dgm:cxnLst>
    <dgm:cxn modelId="{DF83E1D2-C380-4696-B7B2-C8B0C54A0F40}" type="presOf" srcId="{FBC772FB-B985-4A2B-8D3C-8AE450FE56D1}" destId="{780E27FF-97C6-4E32-923F-321FFCBB1177}" srcOrd="0" destOrd="0" presId="urn:microsoft.com/office/officeart/2008/layout/VerticalCurvedList"/>
    <dgm:cxn modelId="{3704BA9C-6765-4F8F-9B69-829C96E16DE7}" srcId="{3F46C50D-33C8-4AE5-B4CC-5894C2D2B772}" destId="{7AB13B7B-9E0D-4BE4-AAD5-DE223F79FD8B}" srcOrd="2" destOrd="0" parTransId="{1A197F29-FE13-4350-9924-71A3E671CD00}" sibTransId="{3C496352-FC09-4A29-9B72-3B3FB57FD3E7}"/>
    <dgm:cxn modelId="{C7B8C30C-8275-433C-BA03-8CD448450F51}" srcId="{3F46C50D-33C8-4AE5-B4CC-5894C2D2B772}" destId="{946D7CFB-2D51-4261-9C23-18DBB9A07062}" srcOrd="0" destOrd="0" parTransId="{73872A47-3A4D-464E-A325-97D69C608BC1}" sibTransId="{C665B5FD-F55F-4B82-836E-0E848899EBB7}"/>
    <dgm:cxn modelId="{EFA81588-3696-401A-A8B4-A2F1506624FF}" type="presOf" srcId="{3F46C50D-33C8-4AE5-B4CC-5894C2D2B772}" destId="{6359BB33-1807-4BD2-B6B3-C4E205F9F714}" srcOrd="0" destOrd="0" presId="urn:microsoft.com/office/officeart/2008/layout/VerticalCurvedList"/>
    <dgm:cxn modelId="{AAE84B57-F0EE-4CE5-9952-736572E27CEE}" type="presOf" srcId="{7AB13B7B-9E0D-4BE4-AAD5-DE223F79FD8B}" destId="{17EC0FF6-313E-4DDC-8CBB-B69641616CC2}" srcOrd="0" destOrd="0" presId="urn:microsoft.com/office/officeart/2008/layout/VerticalCurvedList"/>
    <dgm:cxn modelId="{9BCCA252-8EC0-43B8-BE7C-1839DBF65F51}" srcId="{3F46C50D-33C8-4AE5-B4CC-5894C2D2B772}" destId="{FBC772FB-B985-4A2B-8D3C-8AE450FE56D1}" srcOrd="1" destOrd="0" parTransId="{C95071D3-DF04-44E6-B2AD-181CAB616687}" sibTransId="{0E708609-426A-4B98-9C60-FB1A3AA54917}"/>
    <dgm:cxn modelId="{3359E613-000B-46D0-B70B-C4CFAA364F03}" type="presOf" srcId="{946D7CFB-2D51-4261-9C23-18DBB9A07062}" destId="{A1F01F67-A07F-467D-9110-FF76B56DFEBC}" srcOrd="0" destOrd="0" presId="urn:microsoft.com/office/officeart/2008/layout/VerticalCurvedList"/>
    <dgm:cxn modelId="{55671373-B9A2-494A-BBFE-1173A34A294B}" type="presOf" srcId="{C665B5FD-F55F-4B82-836E-0E848899EBB7}" destId="{61451BA1-E718-4780-8E61-BB7322094535}" srcOrd="0" destOrd="0" presId="urn:microsoft.com/office/officeart/2008/layout/VerticalCurvedList"/>
    <dgm:cxn modelId="{E7EEF87A-B0EE-4469-9184-23414C3C9B17}" type="presParOf" srcId="{6359BB33-1807-4BD2-B6B3-C4E205F9F714}" destId="{08387886-88F0-4E26-B517-D77A7A612D1A}" srcOrd="0" destOrd="0" presId="urn:microsoft.com/office/officeart/2008/layout/VerticalCurvedList"/>
    <dgm:cxn modelId="{01280167-47BA-4A2C-A15B-CFE50940E4E4}" type="presParOf" srcId="{08387886-88F0-4E26-B517-D77A7A612D1A}" destId="{A56A794C-D9BF-409F-930F-736470FA22A8}" srcOrd="0" destOrd="0" presId="urn:microsoft.com/office/officeart/2008/layout/VerticalCurvedList"/>
    <dgm:cxn modelId="{8AF976A5-FE25-4CCC-8F4A-AEEEA960868F}" type="presParOf" srcId="{A56A794C-D9BF-409F-930F-736470FA22A8}" destId="{9B7CA66B-E170-4091-A9E8-105C630D429D}" srcOrd="0" destOrd="0" presId="urn:microsoft.com/office/officeart/2008/layout/VerticalCurvedList"/>
    <dgm:cxn modelId="{030DAA5F-5241-47FC-ADF6-276A15F623E4}" type="presParOf" srcId="{A56A794C-D9BF-409F-930F-736470FA22A8}" destId="{61451BA1-E718-4780-8E61-BB7322094535}" srcOrd="1" destOrd="0" presId="urn:microsoft.com/office/officeart/2008/layout/VerticalCurvedList"/>
    <dgm:cxn modelId="{4C1C8094-70C6-4D4F-B7AE-F7F98A8EC2B1}" type="presParOf" srcId="{A56A794C-D9BF-409F-930F-736470FA22A8}" destId="{D1AA3862-40A5-4744-9B67-86C8A344F3C1}" srcOrd="2" destOrd="0" presId="urn:microsoft.com/office/officeart/2008/layout/VerticalCurvedList"/>
    <dgm:cxn modelId="{643FD3F4-4582-4C40-84DD-0D4061715D1F}" type="presParOf" srcId="{A56A794C-D9BF-409F-930F-736470FA22A8}" destId="{8CFA41B7-669D-4FE8-8FD1-258D8FC1EB99}" srcOrd="3" destOrd="0" presId="urn:microsoft.com/office/officeart/2008/layout/VerticalCurvedList"/>
    <dgm:cxn modelId="{6E2CAA20-D785-44EE-8923-47321AF8B26C}" type="presParOf" srcId="{08387886-88F0-4E26-B517-D77A7A612D1A}" destId="{A1F01F67-A07F-467D-9110-FF76B56DFEBC}" srcOrd="1" destOrd="0" presId="urn:microsoft.com/office/officeart/2008/layout/VerticalCurvedList"/>
    <dgm:cxn modelId="{2248DAEB-04A9-4579-A75B-FED77C2E1676}" type="presParOf" srcId="{08387886-88F0-4E26-B517-D77A7A612D1A}" destId="{B3C2A8B4-E0F7-48A7-ACAE-F9EC58551AEB}" srcOrd="2" destOrd="0" presId="urn:microsoft.com/office/officeart/2008/layout/VerticalCurvedList"/>
    <dgm:cxn modelId="{1EF62FB5-FFBC-483A-BEA3-7314885B0F22}" type="presParOf" srcId="{B3C2A8B4-E0F7-48A7-ACAE-F9EC58551AEB}" destId="{D7D79E27-EDA0-4449-B0AA-125E73580B47}" srcOrd="0" destOrd="0" presId="urn:microsoft.com/office/officeart/2008/layout/VerticalCurvedList"/>
    <dgm:cxn modelId="{FA8E1E88-739D-4A08-AE40-78493D0569FA}" type="presParOf" srcId="{08387886-88F0-4E26-B517-D77A7A612D1A}" destId="{780E27FF-97C6-4E32-923F-321FFCBB1177}" srcOrd="3" destOrd="0" presId="urn:microsoft.com/office/officeart/2008/layout/VerticalCurvedList"/>
    <dgm:cxn modelId="{C425D97F-E2AB-4205-84B8-6E5FE7846A8E}" type="presParOf" srcId="{08387886-88F0-4E26-B517-D77A7A612D1A}" destId="{ED182E98-2ACC-4A6B-BF72-938097A4F42B}" srcOrd="4" destOrd="0" presId="urn:microsoft.com/office/officeart/2008/layout/VerticalCurvedList"/>
    <dgm:cxn modelId="{BE01571B-115F-447D-93E6-5EB8B3FACE6E}" type="presParOf" srcId="{ED182E98-2ACC-4A6B-BF72-938097A4F42B}" destId="{EF8F9DD6-DD21-4566-8E8F-B0CBB12DF33E}" srcOrd="0" destOrd="0" presId="urn:microsoft.com/office/officeart/2008/layout/VerticalCurvedList"/>
    <dgm:cxn modelId="{666608A4-21B0-4639-A6D0-9F21A1F099C6}" type="presParOf" srcId="{08387886-88F0-4E26-B517-D77A7A612D1A}" destId="{17EC0FF6-313E-4DDC-8CBB-B69641616CC2}" srcOrd="5" destOrd="0" presId="urn:microsoft.com/office/officeart/2008/layout/VerticalCurvedList"/>
    <dgm:cxn modelId="{B051146B-44E4-46CC-A2C2-A090757CBA76}" type="presParOf" srcId="{08387886-88F0-4E26-B517-D77A7A612D1A}" destId="{8D9890DA-6D70-4E56-8B0F-0F76597A5275}" srcOrd="6" destOrd="0" presId="urn:microsoft.com/office/officeart/2008/layout/VerticalCurvedList"/>
    <dgm:cxn modelId="{3BBCF50C-F274-45CC-86AE-4FEAC0E5D746}" type="presParOf" srcId="{8D9890DA-6D70-4E56-8B0F-0F76597A5275}" destId="{76E7C4B9-18DC-44F3-BD8C-60070D25A8C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B53218-0A58-4335-8D8F-FE722FB0C353}" type="doc">
      <dgm:prSet loTypeId="urn:microsoft.com/office/officeart/2005/8/layout/target3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A760DE4-9C36-45F8-83B6-EFAF38F10F61}">
      <dgm:prSet phldrT="[Text]"/>
      <dgm:spPr/>
      <dgm:t>
        <a:bodyPr/>
        <a:lstStyle/>
        <a:p>
          <a:pPr algn="just"/>
          <a:r>
            <a:rPr lang="en-US" dirty="0" err="1" smtClean="0"/>
            <a:t>Persaingan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kompetisi</a:t>
          </a:r>
          <a:r>
            <a:rPr lang="en-US" dirty="0" smtClean="0"/>
            <a:t> di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dunia</a:t>
          </a:r>
          <a:r>
            <a:rPr lang="en-US" dirty="0" smtClean="0"/>
            <a:t> </a:t>
          </a:r>
          <a:r>
            <a:rPr lang="en-US" dirty="0" err="1" smtClean="0"/>
            <a:t>bisnis</a:t>
          </a:r>
          <a:r>
            <a:rPr lang="en-US" dirty="0" smtClean="0"/>
            <a:t> </a:t>
          </a:r>
          <a:r>
            <a:rPr lang="en-US" dirty="0" err="1" smtClean="0"/>
            <a:t>dengan</a:t>
          </a:r>
          <a:r>
            <a:rPr lang="en-US" dirty="0" smtClean="0"/>
            <a:t> </a:t>
          </a:r>
          <a:r>
            <a:rPr lang="en-US" dirty="0" err="1" smtClean="0"/>
            <a:t>majunya</a:t>
          </a:r>
          <a:r>
            <a:rPr lang="en-US" dirty="0" smtClean="0"/>
            <a:t> </a:t>
          </a:r>
          <a:r>
            <a:rPr lang="en-US" dirty="0" err="1" smtClean="0"/>
            <a:t>teknologi</a:t>
          </a:r>
          <a:r>
            <a:rPr lang="en-US" dirty="0" smtClean="0"/>
            <a:t> </a:t>
          </a:r>
          <a:r>
            <a:rPr lang="en-US" dirty="0" err="1" smtClean="0"/>
            <a:t>telah</a:t>
          </a:r>
          <a:r>
            <a:rPr lang="en-US" dirty="0" smtClean="0"/>
            <a:t> </a:t>
          </a:r>
          <a:r>
            <a:rPr lang="en-US" dirty="0" err="1" smtClean="0"/>
            <a:t>memberikan</a:t>
          </a:r>
          <a:r>
            <a:rPr lang="en-US" dirty="0" smtClean="0"/>
            <a:t> </a:t>
          </a:r>
          <a:r>
            <a:rPr lang="en-US" dirty="0" err="1" smtClean="0"/>
            <a:t>sesuatu</a:t>
          </a:r>
          <a:r>
            <a:rPr lang="en-US" dirty="0" smtClean="0"/>
            <a:t> </a:t>
          </a:r>
          <a:r>
            <a:rPr lang="en-US" dirty="0" err="1" smtClean="0"/>
            <a:t>kondisi</a:t>
          </a:r>
          <a:r>
            <a:rPr lang="en-US" dirty="0" smtClean="0"/>
            <a:t> </a:t>
          </a:r>
          <a:r>
            <a:rPr lang="en-US" dirty="0" err="1" smtClean="0"/>
            <a:t>baru</a:t>
          </a:r>
          <a:r>
            <a:rPr lang="en-US" dirty="0" smtClean="0"/>
            <a:t> di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perubahan</a:t>
          </a:r>
          <a:r>
            <a:rPr lang="en-US" dirty="0" smtClean="0"/>
            <a:t> </a:t>
          </a:r>
          <a:r>
            <a:rPr lang="en-US" dirty="0" err="1" smtClean="0"/>
            <a:t>cara</a:t>
          </a:r>
          <a:r>
            <a:rPr lang="en-US" dirty="0" smtClean="0"/>
            <a:t> </a:t>
          </a:r>
          <a:r>
            <a:rPr lang="en-US" dirty="0" err="1" smtClean="0"/>
            <a:t>kerja</a:t>
          </a:r>
          <a:r>
            <a:rPr lang="en-US" dirty="0" smtClean="0"/>
            <a:t> di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organisasi</a:t>
          </a:r>
          <a:r>
            <a:rPr lang="en-US" dirty="0" smtClean="0"/>
            <a:t>. </a:t>
          </a:r>
        </a:p>
        <a:p>
          <a:pPr algn="just"/>
          <a:endParaRPr lang="en-US" dirty="0"/>
        </a:p>
      </dgm:t>
    </dgm:pt>
    <dgm:pt modelId="{3FDEC7BD-2C2A-43B3-80B2-1CB5349281FB}" type="parTrans" cxnId="{83995923-1C2D-4674-A205-8C2F5529B294}">
      <dgm:prSet/>
      <dgm:spPr/>
      <dgm:t>
        <a:bodyPr/>
        <a:lstStyle/>
        <a:p>
          <a:endParaRPr lang="en-US"/>
        </a:p>
      </dgm:t>
    </dgm:pt>
    <dgm:pt modelId="{7F4857CD-419E-41F4-8555-70EBFC17CE1B}" type="sibTrans" cxnId="{83995923-1C2D-4674-A205-8C2F5529B294}">
      <dgm:prSet/>
      <dgm:spPr/>
      <dgm:t>
        <a:bodyPr/>
        <a:lstStyle/>
        <a:p>
          <a:endParaRPr lang="en-US"/>
        </a:p>
      </dgm:t>
    </dgm:pt>
    <dgm:pt modelId="{32900726-9005-417A-AF1C-37EF4A8B8617}">
      <dgm:prSet phldrT="[Text]"/>
      <dgm:spPr/>
      <dgm:t>
        <a:bodyPr/>
        <a:lstStyle/>
        <a:p>
          <a:pPr algn="just"/>
          <a:r>
            <a:rPr lang="en-US" dirty="0" err="1" smtClean="0"/>
            <a:t>Penerapan</a:t>
          </a:r>
          <a:r>
            <a:rPr lang="en-US" dirty="0" smtClean="0"/>
            <a:t> </a:t>
          </a:r>
          <a:r>
            <a:rPr lang="en-US" dirty="0" err="1" smtClean="0"/>
            <a:t>teknologi</a:t>
          </a:r>
          <a:r>
            <a:rPr lang="en-US" dirty="0" smtClean="0"/>
            <a:t> </a:t>
          </a:r>
          <a:r>
            <a:rPr lang="en-US" dirty="0" err="1" smtClean="0"/>
            <a:t>informasi</a:t>
          </a:r>
          <a:r>
            <a:rPr lang="en-US" dirty="0" smtClean="0"/>
            <a:t> </a:t>
          </a:r>
          <a:r>
            <a:rPr lang="en-US" dirty="0" err="1" smtClean="0"/>
            <a:t>harus</a:t>
          </a:r>
          <a:r>
            <a:rPr lang="en-US" dirty="0" smtClean="0"/>
            <a:t> </a:t>
          </a:r>
          <a:r>
            <a:rPr lang="en-US" dirty="0" err="1" smtClean="0"/>
            <a:t>mengikuti</a:t>
          </a:r>
          <a:r>
            <a:rPr lang="en-US" dirty="0" smtClean="0"/>
            <a:t> </a:t>
          </a:r>
          <a:r>
            <a:rPr lang="en-US" dirty="0" err="1" smtClean="0"/>
            <a:t>suatu</a:t>
          </a:r>
          <a:r>
            <a:rPr lang="en-US" dirty="0" smtClean="0"/>
            <a:t> </a:t>
          </a:r>
          <a:r>
            <a:rPr lang="en-US" dirty="0" err="1" smtClean="0"/>
            <a:t>metodologi</a:t>
          </a:r>
          <a:r>
            <a:rPr lang="en-US" dirty="0" smtClean="0"/>
            <a:t> yang </a:t>
          </a:r>
          <a:r>
            <a:rPr lang="en-US" dirty="0" err="1" smtClean="0"/>
            <a:t>tepat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tepat</a:t>
          </a:r>
          <a:r>
            <a:rPr lang="en-US" dirty="0" smtClean="0"/>
            <a:t> </a:t>
          </a:r>
          <a:r>
            <a:rPr lang="en-US" dirty="0" err="1" smtClean="0"/>
            <a:t>menyesuaikan</a:t>
          </a:r>
          <a:r>
            <a:rPr lang="en-US" dirty="0" smtClean="0"/>
            <a:t> </a:t>
          </a:r>
          <a:r>
            <a:rPr lang="en-US" dirty="0" err="1" smtClean="0"/>
            <a:t>diri</a:t>
          </a:r>
          <a:r>
            <a:rPr lang="en-US" dirty="0" smtClean="0"/>
            <a:t> </a:t>
          </a:r>
          <a:r>
            <a:rPr lang="en-US" dirty="0" err="1" smtClean="0"/>
            <a:t>dengan</a:t>
          </a:r>
          <a:r>
            <a:rPr lang="en-US" dirty="0" smtClean="0"/>
            <a:t> </a:t>
          </a:r>
          <a:r>
            <a:rPr lang="en-US" dirty="0" err="1" smtClean="0"/>
            <a:t>keadaan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budaya</a:t>
          </a:r>
          <a:r>
            <a:rPr lang="en-US" dirty="0" smtClean="0"/>
            <a:t> </a:t>
          </a:r>
          <a:r>
            <a:rPr lang="en-US" dirty="0" err="1" smtClean="0"/>
            <a:t>suatu</a:t>
          </a:r>
          <a:r>
            <a:rPr lang="en-US" dirty="0" smtClean="0"/>
            <a:t> </a:t>
          </a:r>
          <a:r>
            <a:rPr lang="en-US" dirty="0" err="1" smtClean="0"/>
            <a:t>organisasi</a:t>
          </a:r>
          <a:r>
            <a:rPr lang="en-US" dirty="0" smtClean="0"/>
            <a:t>.</a:t>
          </a:r>
          <a:endParaRPr lang="en-US" dirty="0"/>
        </a:p>
      </dgm:t>
    </dgm:pt>
    <dgm:pt modelId="{3850004D-5B63-448C-A601-9B75B1E1E583}" type="parTrans" cxnId="{601E65E3-5223-460C-91B9-6479FAEEFADD}">
      <dgm:prSet/>
      <dgm:spPr/>
      <dgm:t>
        <a:bodyPr/>
        <a:lstStyle/>
        <a:p>
          <a:endParaRPr lang="en-US"/>
        </a:p>
      </dgm:t>
    </dgm:pt>
    <dgm:pt modelId="{53AB780B-3A50-41DC-ACF0-5204645E5487}" type="sibTrans" cxnId="{601E65E3-5223-460C-91B9-6479FAEEFADD}">
      <dgm:prSet/>
      <dgm:spPr/>
      <dgm:t>
        <a:bodyPr/>
        <a:lstStyle/>
        <a:p>
          <a:endParaRPr lang="en-US"/>
        </a:p>
      </dgm:t>
    </dgm:pt>
    <dgm:pt modelId="{DDF513D5-469F-430F-A98D-4D7F3E9A932B}" type="pres">
      <dgm:prSet presAssocID="{90B53218-0A58-4335-8D8F-FE722FB0C353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E3801EB-427E-4661-BB87-B8492A317EED}" type="pres">
      <dgm:prSet presAssocID="{AA760DE4-9C36-45F8-83B6-EFAF38F10F61}" presName="circle1" presStyleLbl="node1" presStyleIdx="0" presStyleCnt="2"/>
      <dgm:spPr/>
    </dgm:pt>
    <dgm:pt modelId="{C64C2AF4-DB09-47F0-BDCB-AAAD1BDF6ABA}" type="pres">
      <dgm:prSet presAssocID="{AA760DE4-9C36-45F8-83B6-EFAF38F10F61}" presName="space" presStyleCnt="0"/>
      <dgm:spPr/>
    </dgm:pt>
    <dgm:pt modelId="{4A81935D-899D-4884-A453-B95479A68FEA}" type="pres">
      <dgm:prSet presAssocID="{AA760DE4-9C36-45F8-83B6-EFAF38F10F61}" presName="rect1" presStyleLbl="alignAcc1" presStyleIdx="0" presStyleCnt="2"/>
      <dgm:spPr/>
      <dgm:t>
        <a:bodyPr/>
        <a:lstStyle/>
        <a:p>
          <a:endParaRPr lang="en-US"/>
        </a:p>
      </dgm:t>
    </dgm:pt>
    <dgm:pt modelId="{346A0109-8CC6-4B6D-AB49-0D096D9046B2}" type="pres">
      <dgm:prSet presAssocID="{32900726-9005-417A-AF1C-37EF4A8B8617}" presName="vertSpace2" presStyleLbl="node1" presStyleIdx="0" presStyleCnt="2"/>
      <dgm:spPr/>
    </dgm:pt>
    <dgm:pt modelId="{C68ECA42-BB15-4D24-9F61-EED097315DDF}" type="pres">
      <dgm:prSet presAssocID="{32900726-9005-417A-AF1C-37EF4A8B8617}" presName="circle2" presStyleLbl="node1" presStyleIdx="1" presStyleCnt="2"/>
      <dgm:spPr/>
    </dgm:pt>
    <dgm:pt modelId="{4205A6FA-54AE-4305-804B-DBC2C0D2E773}" type="pres">
      <dgm:prSet presAssocID="{32900726-9005-417A-AF1C-37EF4A8B8617}" presName="rect2" presStyleLbl="alignAcc1" presStyleIdx="1" presStyleCnt="2"/>
      <dgm:spPr/>
      <dgm:t>
        <a:bodyPr/>
        <a:lstStyle/>
        <a:p>
          <a:endParaRPr lang="en-US"/>
        </a:p>
      </dgm:t>
    </dgm:pt>
    <dgm:pt modelId="{231B8FE1-E7CF-4981-8ABA-339652522F00}" type="pres">
      <dgm:prSet presAssocID="{AA760DE4-9C36-45F8-83B6-EFAF38F10F61}" presName="rect1ParTxNoCh" presStyleLbl="alignAcc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45E55-26E6-44DA-8EDC-F480042D07E2}" type="pres">
      <dgm:prSet presAssocID="{32900726-9005-417A-AF1C-37EF4A8B8617}" presName="rect2ParTxNoCh" presStyleLbl="alignAcc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697FC0-1E02-4127-95D5-613B42F20FCC}" type="presOf" srcId="{AA760DE4-9C36-45F8-83B6-EFAF38F10F61}" destId="{4A81935D-899D-4884-A453-B95479A68FEA}" srcOrd="0" destOrd="0" presId="urn:microsoft.com/office/officeart/2005/8/layout/target3"/>
    <dgm:cxn modelId="{601E65E3-5223-460C-91B9-6479FAEEFADD}" srcId="{90B53218-0A58-4335-8D8F-FE722FB0C353}" destId="{32900726-9005-417A-AF1C-37EF4A8B8617}" srcOrd="1" destOrd="0" parTransId="{3850004D-5B63-448C-A601-9B75B1E1E583}" sibTransId="{53AB780B-3A50-41DC-ACF0-5204645E5487}"/>
    <dgm:cxn modelId="{83995923-1C2D-4674-A205-8C2F5529B294}" srcId="{90B53218-0A58-4335-8D8F-FE722FB0C353}" destId="{AA760DE4-9C36-45F8-83B6-EFAF38F10F61}" srcOrd="0" destOrd="0" parTransId="{3FDEC7BD-2C2A-43B3-80B2-1CB5349281FB}" sibTransId="{7F4857CD-419E-41F4-8555-70EBFC17CE1B}"/>
    <dgm:cxn modelId="{DDAAD7FF-6015-43A2-AACB-D90A0FFF5F8D}" type="presOf" srcId="{32900726-9005-417A-AF1C-37EF4A8B8617}" destId="{4205A6FA-54AE-4305-804B-DBC2C0D2E773}" srcOrd="0" destOrd="0" presId="urn:microsoft.com/office/officeart/2005/8/layout/target3"/>
    <dgm:cxn modelId="{7F9A6FE1-0495-42AC-99FE-02F2DDF8D5B4}" type="presOf" srcId="{AA760DE4-9C36-45F8-83B6-EFAF38F10F61}" destId="{231B8FE1-E7CF-4981-8ABA-339652522F00}" srcOrd="1" destOrd="0" presId="urn:microsoft.com/office/officeart/2005/8/layout/target3"/>
    <dgm:cxn modelId="{09E8279F-60AE-41BE-B212-70E407CE5660}" type="presOf" srcId="{90B53218-0A58-4335-8D8F-FE722FB0C353}" destId="{DDF513D5-469F-430F-A98D-4D7F3E9A932B}" srcOrd="0" destOrd="0" presId="urn:microsoft.com/office/officeart/2005/8/layout/target3"/>
    <dgm:cxn modelId="{B3D0D476-8B31-4361-989D-647F73FB85B4}" type="presOf" srcId="{32900726-9005-417A-AF1C-37EF4A8B8617}" destId="{18E45E55-26E6-44DA-8EDC-F480042D07E2}" srcOrd="1" destOrd="0" presId="urn:microsoft.com/office/officeart/2005/8/layout/target3"/>
    <dgm:cxn modelId="{77DC3D64-5CDC-46E5-A1F9-68655D001A1E}" type="presParOf" srcId="{DDF513D5-469F-430F-A98D-4D7F3E9A932B}" destId="{BE3801EB-427E-4661-BB87-B8492A317EED}" srcOrd="0" destOrd="0" presId="urn:microsoft.com/office/officeart/2005/8/layout/target3"/>
    <dgm:cxn modelId="{192C19F6-B28E-43A6-977E-061C0187D463}" type="presParOf" srcId="{DDF513D5-469F-430F-A98D-4D7F3E9A932B}" destId="{C64C2AF4-DB09-47F0-BDCB-AAAD1BDF6ABA}" srcOrd="1" destOrd="0" presId="urn:microsoft.com/office/officeart/2005/8/layout/target3"/>
    <dgm:cxn modelId="{BDDA1EB6-1077-40DD-B061-844577FD8039}" type="presParOf" srcId="{DDF513D5-469F-430F-A98D-4D7F3E9A932B}" destId="{4A81935D-899D-4884-A453-B95479A68FEA}" srcOrd="2" destOrd="0" presId="urn:microsoft.com/office/officeart/2005/8/layout/target3"/>
    <dgm:cxn modelId="{00A35DCB-345A-438E-BBDD-9FA897749C19}" type="presParOf" srcId="{DDF513D5-469F-430F-A98D-4D7F3E9A932B}" destId="{346A0109-8CC6-4B6D-AB49-0D096D9046B2}" srcOrd="3" destOrd="0" presId="urn:microsoft.com/office/officeart/2005/8/layout/target3"/>
    <dgm:cxn modelId="{B5FA8792-A1DF-4F51-81B5-77723838BA85}" type="presParOf" srcId="{DDF513D5-469F-430F-A98D-4D7F3E9A932B}" destId="{C68ECA42-BB15-4D24-9F61-EED097315DDF}" srcOrd="4" destOrd="0" presId="urn:microsoft.com/office/officeart/2005/8/layout/target3"/>
    <dgm:cxn modelId="{C575BE1E-296D-4E80-958D-EE73CEB16870}" type="presParOf" srcId="{DDF513D5-469F-430F-A98D-4D7F3E9A932B}" destId="{4205A6FA-54AE-4305-804B-DBC2C0D2E773}" srcOrd="5" destOrd="0" presId="urn:microsoft.com/office/officeart/2005/8/layout/target3"/>
    <dgm:cxn modelId="{BF772686-D0D6-4615-AA8C-E82118ED4487}" type="presParOf" srcId="{DDF513D5-469F-430F-A98D-4D7F3E9A932B}" destId="{231B8FE1-E7CF-4981-8ABA-339652522F00}" srcOrd="6" destOrd="0" presId="urn:microsoft.com/office/officeart/2005/8/layout/target3"/>
    <dgm:cxn modelId="{AD2269BF-AA43-4B20-B14C-60338EC555AD}" type="presParOf" srcId="{DDF513D5-469F-430F-A98D-4D7F3E9A932B}" destId="{18E45E55-26E6-44DA-8EDC-F480042D07E2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B53218-0A58-4335-8D8F-FE722FB0C35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A760DE4-9C36-45F8-83B6-EFAF38F10F61}">
      <dgm:prSet phldrT="[Text]"/>
      <dgm:spPr/>
      <dgm:t>
        <a:bodyPr/>
        <a:lstStyle/>
        <a:p>
          <a:pPr algn="just"/>
          <a:r>
            <a:rPr lang="en-US" dirty="0" err="1" smtClean="0"/>
            <a:t>Setiap</a:t>
          </a:r>
          <a:r>
            <a:rPr lang="en-US" dirty="0" smtClean="0"/>
            <a:t> </a:t>
          </a:r>
          <a:r>
            <a:rPr lang="en-US" dirty="0" err="1" smtClean="0"/>
            <a:t>perusahaan</a:t>
          </a:r>
          <a:r>
            <a:rPr lang="en-US" dirty="0" smtClean="0"/>
            <a:t> </a:t>
          </a:r>
          <a:r>
            <a:rPr lang="en-US" dirty="0" err="1" smtClean="0"/>
            <a:t>atau</a:t>
          </a:r>
          <a:r>
            <a:rPr lang="en-US" dirty="0" smtClean="0"/>
            <a:t> </a:t>
          </a:r>
          <a:r>
            <a:rPr lang="en-US" dirty="0" err="1" smtClean="0"/>
            <a:t>organisasi</a:t>
          </a:r>
          <a:r>
            <a:rPr lang="en-US" dirty="0" smtClean="0"/>
            <a:t> yang </a:t>
          </a:r>
          <a:r>
            <a:rPr lang="en-US" dirty="0" err="1" smtClean="0"/>
            <a:t>menerapkan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memanfaatkan</a:t>
          </a:r>
          <a:r>
            <a:rPr lang="en-US" dirty="0" smtClean="0"/>
            <a:t> </a:t>
          </a:r>
          <a:r>
            <a:rPr lang="en-US" dirty="0" err="1" smtClean="0"/>
            <a:t>teknologi</a:t>
          </a:r>
          <a:r>
            <a:rPr lang="en-US" dirty="0" smtClean="0"/>
            <a:t> </a:t>
          </a:r>
          <a:r>
            <a:rPr lang="en-US" dirty="0" err="1" smtClean="0"/>
            <a:t>informasi</a:t>
          </a:r>
          <a:r>
            <a:rPr lang="en-US" dirty="0" smtClean="0"/>
            <a:t>, </a:t>
          </a:r>
          <a:r>
            <a:rPr lang="en-US" dirty="0" err="1" smtClean="0"/>
            <a:t>perlu</a:t>
          </a:r>
          <a:r>
            <a:rPr lang="en-US" dirty="0" smtClean="0"/>
            <a:t> </a:t>
          </a:r>
          <a:r>
            <a:rPr lang="en-US" dirty="0" err="1" smtClean="0"/>
            <a:t>merekrut</a:t>
          </a:r>
          <a:r>
            <a:rPr lang="en-US" dirty="0" smtClean="0"/>
            <a:t> professional IT yang </a:t>
          </a:r>
          <a:r>
            <a:rPr lang="en-US" dirty="0" err="1" smtClean="0"/>
            <a:t>handal</a:t>
          </a:r>
          <a:r>
            <a:rPr lang="en-US" dirty="0" smtClean="0"/>
            <a:t>, </a:t>
          </a:r>
          <a:r>
            <a:rPr lang="en-US" dirty="0" err="1" smtClean="0"/>
            <a:t>dapat</a:t>
          </a:r>
          <a:r>
            <a:rPr lang="en-US" dirty="0" smtClean="0"/>
            <a:t> </a:t>
          </a:r>
          <a:r>
            <a:rPr lang="en-US" dirty="0" err="1" smtClean="0"/>
            <a:t>dipercaya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dapat</a:t>
          </a:r>
          <a:r>
            <a:rPr lang="en-US" dirty="0" smtClean="0"/>
            <a:t> </a:t>
          </a:r>
          <a:r>
            <a:rPr lang="en-US" dirty="0" err="1" smtClean="0"/>
            <a:t>membantu</a:t>
          </a:r>
          <a:r>
            <a:rPr lang="en-US" dirty="0" smtClean="0"/>
            <a:t> para professional </a:t>
          </a:r>
          <a:r>
            <a:rPr lang="en-US" dirty="0" err="1" smtClean="0"/>
            <a:t>bisnis</a:t>
          </a:r>
          <a:r>
            <a:rPr lang="en-US" dirty="0" smtClean="0"/>
            <a:t> di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menyusun</a:t>
          </a:r>
          <a:r>
            <a:rPr lang="en-US" dirty="0" smtClean="0"/>
            <a:t> </a:t>
          </a:r>
          <a:r>
            <a:rPr lang="en-US" dirty="0" err="1" smtClean="0"/>
            <a:t>suatu</a:t>
          </a:r>
          <a:r>
            <a:rPr lang="en-US" dirty="0" smtClean="0"/>
            <a:t> </a:t>
          </a:r>
          <a:r>
            <a:rPr lang="en-US" dirty="0" err="1" smtClean="0"/>
            <a:t>perencanaan</a:t>
          </a:r>
          <a:r>
            <a:rPr lang="en-US" dirty="0" smtClean="0"/>
            <a:t> IT yang </a:t>
          </a:r>
          <a:r>
            <a:rPr lang="en-US" dirty="0" err="1" smtClean="0"/>
            <a:t>terintegrasi</a:t>
          </a:r>
          <a:r>
            <a:rPr lang="en-US" dirty="0" smtClean="0"/>
            <a:t> </a:t>
          </a:r>
          <a:r>
            <a:rPr lang="en-US" dirty="0" err="1" smtClean="0"/>
            <a:t>dengan</a:t>
          </a:r>
          <a:r>
            <a:rPr lang="en-US" dirty="0" smtClean="0"/>
            <a:t> </a:t>
          </a:r>
          <a:r>
            <a:rPr lang="en-US" dirty="0" err="1" smtClean="0"/>
            <a:t>bisnis</a:t>
          </a:r>
          <a:r>
            <a:rPr lang="en-US" dirty="0" smtClean="0"/>
            <a:t>.</a:t>
          </a:r>
          <a:endParaRPr lang="en-US" dirty="0"/>
        </a:p>
      </dgm:t>
    </dgm:pt>
    <dgm:pt modelId="{3FDEC7BD-2C2A-43B3-80B2-1CB5349281FB}" type="parTrans" cxnId="{83995923-1C2D-4674-A205-8C2F5529B294}">
      <dgm:prSet/>
      <dgm:spPr/>
      <dgm:t>
        <a:bodyPr/>
        <a:lstStyle/>
        <a:p>
          <a:endParaRPr lang="en-US"/>
        </a:p>
      </dgm:t>
    </dgm:pt>
    <dgm:pt modelId="{7F4857CD-419E-41F4-8555-70EBFC17CE1B}" type="sibTrans" cxnId="{83995923-1C2D-4674-A205-8C2F5529B294}">
      <dgm:prSet/>
      <dgm:spPr/>
      <dgm:t>
        <a:bodyPr/>
        <a:lstStyle/>
        <a:p>
          <a:endParaRPr lang="en-US"/>
        </a:p>
      </dgm:t>
    </dgm:pt>
    <dgm:pt modelId="{32900726-9005-417A-AF1C-37EF4A8B8617}">
      <dgm:prSet phldrT="[Text]"/>
      <dgm:spPr/>
      <dgm:t>
        <a:bodyPr/>
        <a:lstStyle/>
        <a:p>
          <a:pPr algn="just"/>
          <a:r>
            <a:rPr lang="en-US" dirty="0" err="1" smtClean="0"/>
            <a:t>Berbagai</a:t>
          </a:r>
          <a:r>
            <a:rPr lang="en-US" dirty="0" smtClean="0"/>
            <a:t> </a:t>
          </a:r>
          <a:r>
            <a:rPr lang="en-US" dirty="0" err="1" smtClean="0"/>
            <a:t>tantangan</a:t>
          </a:r>
          <a:r>
            <a:rPr lang="en-US" dirty="0" smtClean="0"/>
            <a:t> 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persaingan</a:t>
          </a:r>
          <a:r>
            <a:rPr lang="en-US" dirty="0" smtClean="0"/>
            <a:t> yang </a:t>
          </a:r>
          <a:r>
            <a:rPr lang="en-US" dirty="0" err="1" smtClean="0"/>
            <a:t>sedemikian</a:t>
          </a:r>
          <a:r>
            <a:rPr lang="en-US" dirty="0" smtClean="0"/>
            <a:t> </a:t>
          </a:r>
          <a:r>
            <a:rPr lang="en-US" dirty="0" err="1" smtClean="0"/>
            <a:t>ketat</a:t>
          </a:r>
          <a:r>
            <a:rPr lang="en-US" dirty="0" smtClean="0"/>
            <a:t> </a:t>
          </a:r>
          <a:r>
            <a:rPr lang="en-US" dirty="0" err="1" smtClean="0"/>
            <a:t>dari</a:t>
          </a:r>
          <a:r>
            <a:rPr lang="en-US" dirty="0" smtClean="0"/>
            <a:t> </a:t>
          </a:r>
          <a:r>
            <a:rPr lang="en-US" dirty="0" err="1" smtClean="0"/>
            <a:t>tingkat</a:t>
          </a:r>
          <a:r>
            <a:rPr lang="en-US" dirty="0" smtClean="0"/>
            <a:t> </a:t>
          </a:r>
          <a:r>
            <a:rPr lang="en-US" dirty="0" err="1" smtClean="0"/>
            <a:t>lulusan</a:t>
          </a:r>
          <a:r>
            <a:rPr lang="en-US" dirty="0" smtClean="0"/>
            <a:t>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negeri</a:t>
          </a:r>
          <a:r>
            <a:rPr lang="en-US" dirty="0" smtClean="0"/>
            <a:t> </a:t>
          </a:r>
          <a:r>
            <a:rPr lang="en-US" dirty="0" err="1" smtClean="0"/>
            <a:t>maupun</a:t>
          </a:r>
          <a:r>
            <a:rPr lang="en-US" dirty="0" smtClean="0"/>
            <a:t> </a:t>
          </a:r>
          <a:r>
            <a:rPr lang="en-US" dirty="0" err="1" smtClean="0"/>
            <a:t>luar</a:t>
          </a:r>
          <a:r>
            <a:rPr lang="en-US" dirty="0" smtClean="0"/>
            <a:t> </a:t>
          </a:r>
          <a:r>
            <a:rPr lang="en-US" dirty="0" err="1" smtClean="0"/>
            <a:t>negeri</a:t>
          </a:r>
          <a:r>
            <a:rPr lang="en-US" dirty="0" smtClean="0"/>
            <a:t> </a:t>
          </a:r>
          <a:r>
            <a:rPr lang="en-US" dirty="0" err="1" smtClean="0"/>
            <a:t>menjadi</a:t>
          </a:r>
          <a:r>
            <a:rPr lang="en-US" dirty="0" smtClean="0"/>
            <a:t> </a:t>
          </a:r>
          <a:r>
            <a:rPr lang="en-US" dirty="0" err="1" smtClean="0"/>
            <a:t>pemicu</a:t>
          </a:r>
          <a:r>
            <a:rPr lang="en-US" dirty="0" smtClean="0"/>
            <a:t> </a:t>
          </a:r>
          <a:r>
            <a:rPr lang="en-US" dirty="0" err="1" smtClean="0"/>
            <a:t>utama</a:t>
          </a:r>
          <a:r>
            <a:rPr lang="en-US" dirty="0" smtClean="0"/>
            <a:t> </a:t>
          </a:r>
          <a:r>
            <a:rPr lang="en-US" dirty="0" err="1" smtClean="0"/>
            <a:t>dari</a:t>
          </a:r>
          <a:r>
            <a:rPr lang="en-US" dirty="0" smtClean="0"/>
            <a:t> </a:t>
          </a:r>
          <a:r>
            <a:rPr lang="en-US" dirty="0" err="1" smtClean="0"/>
            <a:t>setiap</a:t>
          </a:r>
          <a:r>
            <a:rPr lang="en-US" dirty="0" smtClean="0"/>
            <a:t> </a:t>
          </a:r>
          <a:r>
            <a:rPr lang="en-US" dirty="0" err="1" smtClean="0"/>
            <a:t>perubahan</a:t>
          </a:r>
          <a:r>
            <a:rPr lang="en-US" dirty="0" smtClean="0"/>
            <a:t> </a:t>
          </a:r>
          <a:r>
            <a:rPr lang="en-US" dirty="0" err="1" smtClean="0"/>
            <a:t>dari</a:t>
          </a:r>
          <a:r>
            <a:rPr lang="en-US" dirty="0" smtClean="0"/>
            <a:t> </a:t>
          </a:r>
          <a:r>
            <a:rPr lang="en-US" dirty="0" err="1" smtClean="0"/>
            <a:t>sisi</a:t>
          </a:r>
          <a:r>
            <a:rPr lang="en-US" dirty="0" smtClean="0"/>
            <a:t> </a:t>
          </a:r>
          <a:r>
            <a:rPr lang="en-US" dirty="0" err="1" smtClean="0"/>
            <a:t>sumber</a:t>
          </a:r>
          <a:r>
            <a:rPr lang="en-US" dirty="0" smtClean="0"/>
            <a:t> </a:t>
          </a:r>
          <a:r>
            <a:rPr lang="en-US" dirty="0" err="1" smtClean="0"/>
            <a:t>daya</a:t>
          </a:r>
          <a:r>
            <a:rPr lang="en-US" dirty="0" smtClean="0"/>
            <a:t> </a:t>
          </a:r>
          <a:r>
            <a:rPr lang="en-US" dirty="0" err="1" smtClean="0"/>
            <a:t>pendukung</a:t>
          </a:r>
          <a:r>
            <a:rPr lang="en-US" dirty="0" smtClean="0"/>
            <a:t> di </a:t>
          </a:r>
          <a:r>
            <a:rPr lang="en-US" dirty="0" err="1" smtClean="0"/>
            <a:t>setiap</a:t>
          </a:r>
          <a:r>
            <a:rPr lang="en-US" dirty="0" smtClean="0"/>
            <a:t> </a:t>
          </a:r>
          <a:r>
            <a:rPr lang="en-US" dirty="0" err="1" smtClean="0"/>
            <a:t>bagian</a:t>
          </a:r>
          <a:r>
            <a:rPr lang="en-US" dirty="0" smtClean="0"/>
            <a:t> </a:t>
          </a:r>
          <a:r>
            <a:rPr lang="en-US" dirty="0" err="1" smtClean="0"/>
            <a:t>perusahaan</a:t>
          </a:r>
          <a:r>
            <a:rPr lang="en-US" dirty="0" smtClean="0"/>
            <a:t>.</a:t>
          </a:r>
          <a:endParaRPr lang="en-US" dirty="0"/>
        </a:p>
      </dgm:t>
    </dgm:pt>
    <dgm:pt modelId="{3850004D-5B63-448C-A601-9B75B1E1E583}" type="parTrans" cxnId="{601E65E3-5223-460C-91B9-6479FAEEFADD}">
      <dgm:prSet/>
      <dgm:spPr/>
      <dgm:t>
        <a:bodyPr/>
        <a:lstStyle/>
        <a:p>
          <a:endParaRPr lang="en-US"/>
        </a:p>
      </dgm:t>
    </dgm:pt>
    <dgm:pt modelId="{53AB780B-3A50-41DC-ACF0-5204645E5487}" type="sibTrans" cxnId="{601E65E3-5223-460C-91B9-6479FAEEFADD}">
      <dgm:prSet/>
      <dgm:spPr/>
      <dgm:t>
        <a:bodyPr/>
        <a:lstStyle/>
        <a:p>
          <a:endParaRPr lang="en-US"/>
        </a:p>
      </dgm:t>
    </dgm:pt>
    <dgm:pt modelId="{3DCE5961-E77D-46B4-896B-FE30DE360F97}">
      <dgm:prSet/>
      <dgm:spPr/>
      <dgm:t>
        <a:bodyPr/>
        <a:lstStyle/>
        <a:p>
          <a:r>
            <a:rPr lang="sv-SE" dirty="0" smtClean="0"/>
            <a:t>Perusahaan harus menjadikan Kualitas dan kemampuan SDM dalam mengimplementasikan pengetahuan yang dimilikinya sebagai kriteria utama dalam merekrut professional  muda IT</a:t>
          </a:r>
          <a:endParaRPr lang="en-US" dirty="0"/>
        </a:p>
      </dgm:t>
    </dgm:pt>
    <dgm:pt modelId="{8DE28C87-0F7A-42E6-8A36-2EAA635114DC}" type="parTrans" cxnId="{EF31898B-5C5C-46FA-8687-C300DB46BD46}">
      <dgm:prSet/>
      <dgm:spPr/>
      <dgm:t>
        <a:bodyPr/>
        <a:lstStyle/>
        <a:p>
          <a:endParaRPr lang="en-US"/>
        </a:p>
      </dgm:t>
    </dgm:pt>
    <dgm:pt modelId="{405FE6B1-B889-49F4-B5A6-6B54ED80C7CB}" type="sibTrans" cxnId="{EF31898B-5C5C-46FA-8687-C300DB46BD46}">
      <dgm:prSet/>
      <dgm:spPr/>
      <dgm:t>
        <a:bodyPr/>
        <a:lstStyle/>
        <a:p>
          <a:endParaRPr lang="en-US"/>
        </a:p>
      </dgm:t>
    </dgm:pt>
    <dgm:pt modelId="{150A5784-6044-4688-80CA-F92E4A5F3D6F}" type="pres">
      <dgm:prSet presAssocID="{90B53218-0A58-4335-8D8F-FE722FB0C35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12EB59F5-EE25-435B-83E0-DD76E1D0BD5F}" type="pres">
      <dgm:prSet presAssocID="{90B53218-0A58-4335-8D8F-FE722FB0C353}" presName="Name1" presStyleCnt="0"/>
      <dgm:spPr/>
    </dgm:pt>
    <dgm:pt modelId="{4E0F79E1-2B0F-429A-BCBB-1A87759E4A8D}" type="pres">
      <dgm:prSet presAssocID="{90B53218-0A58-4335-8D8F-FE722FB0C353}" presName="cycle" presStyleCnt="0"/>
      <dgm:spPr/>
    </dgm:pt>
    <dgm:pt modelId="{8A2EC913-9CF4-4A77-85C9-539F80BEA211}" type="pres">
      <dgm:prSet presAssocID="{90B53218-0A58-4335-8D8F-FE722FB0C353}" presName="srcNode" presStyleLbl="node1" presStyleIdx="0" presStyleCnt="3"/>
      <dgm:spPr/>
    </dgm:pt>
    <dgm:pt modelId="{0D7E1421-7AFF-40E5-8C01-D4CE0D462ECD}" type="pres">
      <dgm:prSet presAssocID="{90B53218-0A58-4335-8D8F-FE722FB0C353}" presName="conn" presStyleLbl="parChTrans1D2" presStyleIdx="0" presStyleCnt="1"/>
      <dgm:spPr/>
      <dgm:t>
        <a:bodyPr/>
        <a:lstStyle/>
        <a:p>
          <a:endParaRPr lang="en-US"/>
        </a:p>
      </dgm:t>
    </dgm:pt>
    <dgm:pt modelId="{C2CC27C0-96AD-4CA1-AEF9-10B0A277505C}" type="pres">
      <dgm:prSet presAssocID="{90B53218-0A58-4335-8D8F-FE722FB0C353}" presName="extraNode" presStyleLbl="node1" presStyleIdx="0" presStyleCnt="3"/>
      <dgm:spPr/>
    </dgm:pt>
    <dgm:pt modelId="{DBD23D70-9776-479F-9290-D4D849A79EBA}" type="pres">
      <dgm:prSet presAssocID="{90B53218-0A58-4335-8D8F-FE722FB0C353}" presName="dstNode" presStyleLbl="node1" presStyleIdx="0" presStyleCnt="3"/>
      <dgm:spPr/>
    </dgm:pt>
    <dgm:pt modelId="{41FDE4B3-5867-4337-BABC-87D3E9426A59}" type="pres">
      <dgm:prSet presAssocID="{AA760DE4-9C36-45F8-83B6-EFAF38F10F61}" presName="text_1" presStyleLbl="node1" presStyleIdx="0" presStyleCnt="3" custLinFactNeighborY="48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544333-9F25-4EC5-8D8A-27C5FC83E001}" type="pres">
      <dgm:prSet presAssocID="{AA760DE4-9C36-45F8-83B6-EFAF38F10F61}" presName="accent_1" presStyleCnt="0"/>
      <dgm:spPr/>
    </dgm:pt>
    <dgm:pt modelId="{5865B4A7-7436-4EC1-89F7-7681929E3982}" type="pres">
      <dgm:prSet presAssocID="{AA760DE4-9C36-45F8-83B6-EFAF38F10F61}" presName="accentRepeatNode" presStyleLbl="solidFgAcc1" presStyleIdx="0" presStyleCnt="3"/>
      <dgm:spPr/>
    </dgm:pt>
    <dgm:pt modelId="{4216FFA6-C0D6-43C1-93F2-9A4DD54DF8C1}" type="pres">
      <dgm:prSet presAssocID="{32900726-9005-417A-AF1C-37EF4A8B8617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A3A870-0752-4827-8749-5B6C917C5A6F}" type="pres">
      <dgm:prSet presAssocID="{32900726-9005-417A-AF1C-37EF4A8B8617}" presName="accent_2" presStyleCnt="0"/>
      <dgm:spPr/>
    </dgm:pt>
    <dgm:pt modelId="{0B9F1F6B-1829-49B8-A01B-E25243E2B226}" type="pres">
      <dgm:prSet presAssocID="{32900726-9005-417A-AF1C-37EF4A8B8617}" presName="accentRepeatNode" presStyleLbl="solidFgAcc1" presStyleIdx="1" presStyleCnt="3"/>
      <dgm:spPr/>
    </dgm:pt>
    <dgm:pt modelId="{EF4C91B3-3CD7-4401-BCE0-74DF4F658273}" type="pres">
      <dgm:prSet presAssocID="{3DCE5961-E77D-46B4-896B-FE30DE360F97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7C2ED4-38FF-4AF4-9E56-EB1EA0D13997}" type="pres">
      <dgm:prSet presAssocID="{3DCE5961-E77D-46B4-896B-FE30DE360F97}" presName="accent_3" presStyleCnt="0"/>
      <dgm:spPr/>
    </dgm:pt>
    <dgm:pt modelId="{4BC6DEFA-5316-4519-9029-8F43A0CE0562}" type="pres">
      <dgm:prSet presAssocID="{3DCE5961-E77D-46B4-896B-FE30DE360F97}" presName="accentRepeatNode" presStyleLbl="solidFgAcc1" presStyleIdx="2" presStyleCnt="3"/>
      <dgm:spPr/>
    </dgm:pt>
  </dgm:ptLst>
  <dgm:cxnLst>
    <dgm:cxn modelId="{F6A0C4EF-A082-49A5-95A4-7A12A3AF399D}" type="presOf" srcId="{7F4857CD-419E-41F4-8555-70EBFC17CE1B}" destId="{0D7E1421-7AFF-40E5-8C01-D4CE0D462ECD}" srcOrd="0" destOrd="0" presId="urn:microsoft.com/office/officeart/2008/layout/VerticalCurvedList"/>
    <dgm:cxn modelId="{83995923-1C2D-4674-A205-8C2F5529B294}" srcId="{90B53218-0A58-4335-8D8F-FE722FB0C353}" destId="{AA760DE4-9C36-45F8-83B6-EFAF38F10F61}" srcOrd="0" destOrd="0" parTransId="{3FDEC7BD-2C2A-43B3-80B2-1CB5349281FB}" sibTransId="{7F4857CD-419E-41F4-8555-70EBFC17CE1B}"/>
    <dgm:cxn modelId="{EF31898B-5C5C-46FA-8687-C300DB46BD46}" srcId="{90B53218-0A58-4335-8D8F-FE722FB0C353}" destId="{3DCE5961-E77D-46B4-896B-FE30DE360F97}" srcOrd="2" destOrd="0" parTransId="{8DE28C87-0F7A-42E6-8A36-2EAA635114DC}" sibTransId="{405FE6B1-B889-49F4-B5A6-6B54ED80C7CB}"/>
    <dgm:cxn modelId="{90235631-9C08-44EC-8E6A-4CB7531AD2F3}" type="presOf" srcId="{32900726-9005-417A-AF1C-37EF4A8B8617}" destId="{4216FFA6-C0D6-43C1-93F2-9A4DD54DF8C1}" srcOrd="0" destOrd="0" presId="urn:microsoft.com/office/officeart/2008/layout/VerticalCurvedList"/>
    <dgm:cxn modelId="{C9427782-EF32-4CB3-9EAD-B8DFB700177E}" type="presOf" srcId="{AA760DE4-9C36-45F8-83B6-EFAF38F10F61}" destId="{41FDE4B3-5867-4337-BABC-87D3E9426A59}" srcOrd="0" destOrd="0" presId="urn:microsoft.com/office/officeart/2008/layout/VerticalCurvedList"/>
    <dgm:cxn modelId="{601E65E3-5223-460C-91B9-6479FAEEFADD}" srcId="{90B53218-0A58-4335-8D8F-FE722FB0C353}" destId="{32900726-9005-417A-AF1C-37EF4A8B8617}" srcOrd="1" destOrd="0" parTransId="{3850004D-5B63-448C-A601-9B75B1E1E583}" sibTransId="{53AB780B-3A50-41DC-ACF0-5204645E5487}"/>
    <dgm:cxn modelId="{B1D5D9D5-9F11-4FE3-9470-0EC41E53250C}" type="presOf" srcId="{90B53218-0A58-4335-8D8F-FE722FB0C353}" destId="{150A5784-6044-4688-80CA-F92E4A5F3D6F}" srcOrd="0" destOrd="0" presId="urn:microsoft.com/office/officeart/2008/layout/VerticalCurvedList"/>
    <dgm:cxn modelId="{7A77EB49-51CF-4337-AC5E-CE2A1D41955B}" type="presOf" srcId="{3DCE5961-E77D-46B4-896B-FE30DE360F97}" destId="{EF4C91B3-3CD7-4401-BCE0-74DF4F658273}" srcOrd="0" destOrd="0" presId="urn:microsoft.com/office/officeart/2008/layout/VerticalCurvedList"/>
    <dgm:cxn modelId="{D8EB40BD-1789-408B-BF41-ACA2E1AA3B86}" type="presParOf" srcId="{150A5784-6044-4688-80CA-F92E4A5F3D6F}" destId="{12EB59F5-EE25-435B-83E0-DD76E1D0BD5F}" srcOrd="0" destOrd="0" presId="urn:microsoft.com/office/officeart/2008/layout/VerticalCurvedList"/>
    <dgm:cxn modelId="{416A242B-8A34-4A4A-BC59-44137F3C7177}" type="presParOf" srcId="{12EB59F5-EE25-435B-83E0-DD76E1D0BD5F}" destId="{4E0F79E1-2B0F-429A-BCBB-1A87759E4A8D}" srcOrd="0" destOrd="0" presId="urn:microsoft.com/office/officeart/2008/layout/VerticalCurvedList"/>
    <dgm:cxn modelId="{E210B36E-76B8-4FC8-8C06-4BD4E18FE617}" type="presParOf" srcId="{4E0F79E1-2B0F-429A-BCBB-1A87759E4A8D}" destId="{8A2EC913-9CF4-4A77-85C9-539F80BEA211}" srcOrd="0" destOrd="0" presId="urn:microsoft.com/office/officeart/2008/layout/VerticalCurvedList"/>
    <dgm:cxn modelId="{91DAE459-6D05-4601-A745-3F9D00A8AC4C}" type="presParOf" srcId="{4E0F79E1-2B0F-429A-BCBB-1A87759E4A8D}" destId="{0D7E1421-7AFF-40E5-8C01-D4CE0D462ECD}" srcOrd="1" destOrd="0" presId="urn:microsoft.com/office/officeart/2008/layout/VerticalCurvedList"/>
    <dgm:cxn modelId="{E751645F-7069-4A37-9E51-CBBEC2B3D356}" type="presParOf" srcId="{4E0F79E1-2B0F-429A-BCBB-1A87759E4A8D}" destId="{C2CC27C0-96AD-4CA1-AEF9-10B0A277505C}" srcOrd="2" destOrd="0" presId="urn:microsoft.com/office/officeart/2008/layout/VerticalCurvedList"/>
    <dgm:cxn modelId="{2A4D7314-BF2F-4358-82DB-A45C9C4A4DC8}" type="presParOf" srcId="{4E0F79E1-2B0F-429A-BCBB-1A87759E4A8D}" destId="{DBD23D70-9776-479F-9290-D4D849A79EBA}" srcOrd="3" destOrd="0" presId="urn:microsoft.com/office/officeart/2008/layout/VerticalCurvedList"/>
    <dgm:cxn modelId="{11567078-CD67-4B34-85DC-B50648EBE834}" type="presParOf" srcId="{12EB59F5-EE25-435B-83E0-DD76E1D0BD5F}" destId="{41FDE4B3-5867-4337-BABC-87D3E9426A59}" srcOrd="1" destOrd="0" presId="urn:microsoft.com/office/officeart/2008/layout/VerticalCurvedList"/>
    <dgm:cxn modelId="{A13C4C7D-3E6F-40AF-9AEF-43DC94B0BE72}" type="presParOf" srcId="{12EB59F5-EE25-435B-83E0-DD76E1D0BD5F}" destId="{32544333-9F25-4EC5-8D8A-27C5FC83E001}" srcOrd="2" destOrd="0" presId="urn:microsoft.com/office/officeart/2008/layout/VerticalCurvedList"/>
    <dgm:cxn modelId="{9429BC13-2BF9-4898-9701-E31AFE7509D5}" type="presParOf" srcId="{32544333-9F25-4EC5-8D8A-27C5FC83E001}" destId="{5865B4A7-7436-4EC1-89F7-7681929E3982}" srcOrd="0" destOrd="0" presId="urn:microsoft.com/office/officeart/2008/layout/VerticalCurvedList"/>
    <dgm:cxn modelId="{B212341C-05BE-429D-86AB-4B210E5F43D5}" type="presParOf" srcId="{12EB59F5-EE25-435B-83E0-DD76E1D0BD5F}" destId="{4216FFA6-C0D6-43C1-93F2-9A4DD54DF8C1}" srcOrd="3" destOrd="0" presId="urn:microsoft.com/office/officeart/2008/layout/VerticalCurvedList"/>
    <dgm:cxn modelId="{605F06C1-58F4-41E2-8F44-A76B0E1FB221}" type="presParOf" srcId="{12EB59F5-EE25-435B-83E0-DD76E1D0BD5F}" destId="{E5A3A870-0752-4827-8749-5B6C917C5A6F}" srcOrd="4" destOrd="0" presId="urn:microsoft.com/office/officeart/2008/layout/VerticalCurvedList"/>
    <dgm:cxn modelId="{AC3483EF-96C7-435D-A2BA-F7889E7F0046}" type="presParOf" srcId="{E5A3A870-0752-4827-8749-5B6C917C5A6F}" destId="{0B9F1F6B-1829-49B8-A01B-E25243E2B226}" srcOrd="0" destOrd="0" presId="urn:microsoft.com/office/officeart/2008/layout/VerticalCurvedList"/>
    <dgm:cxn modelId="{D097FAF6-756B-4EBA-8F0A-FA0513B437D4}" type="presParOf" srcId="{12EB59F5-EE25-435B-83E0-DD76E1D0BD5F}" destId="{EF4C91B3-3CD7-4401-BCE0-74DF4F658273}" srcOrd="5" destOrd="0" presId="urn:microsoft.com/office/officeart/2008/layout/VerticalCurvedList"/>
    <dgm:cxn modelId="{75A156AC-C582-4938-9E1C-A185B6D3A9C0}" type="presParOf" srcId="{12EB59F5-EE25-435B-83E0-DD76E1D0BD5F}" destId="{297C2ED4-38FF-4AF4-9E56-EB1EA0D13997}" srcOrd="6" destOrd="0" presId="urn:microsoft.com/office/officeart/2008/layout/VerticalCurvedList"/>
    <dgm:cxn modelId="{70A4CB40-6A72-4999-8E1A-1168F205F5E4}" type="presParOf" srcId="{297C2ED4-38FF-4AF4-9E56-EB1EA0D13997}" destId="{4BC6DEFA-5316-4519-9029-8F43A0CE056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657974-FA66-4B39-A82E-2839BEF14ABF}" type="doc">
      <dgm:prSet loTypeId="urn:microsoft.com/office/officeart/2005/8/layout/chevron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43F076F-B1F5-4742-AFD7-80725BBCD8BB}">
      <dgm:prSet phldrT="[Text]"/>
      <dgm:spPr/>
      <dgm:t>
        <a:bodyPr/>
        <a:lstStyle/>
        <a:p>
          <a:r>
            <a:rPr lang="en-US" dirty="0" smtClean="0"/>
            <a:t>1</a:t>
          </a:r>
          <a:endParaRPr lang="en-US" dirty="0"/>
        </a:p>
      </dgm:t>
    </dgm:pt>
    <dgm:pt modelId="{A3E9CF99-96CE-43BD-BAC8-62CEB5A3C26C}" type="parTrans" cxnId="{5AD59AC4-99E3-49FB-8194-62B69651DEBE}">
      <dgm:prSet/>
      <dgm:spPr/>
      <dgm:t>
        <a:bodyPr/>
        <a:lstStyle/>
        <a:p>
          <a:endParaRPr lang="en-US"/>
        </a:p>
      </dgm:t>
    </dgm:pt>
    <dgm:pt modelId="{BB2BD229-3DC5-4EA3-8BCA-69C8CDB5F841}" type="sibTrans" cxnId="{5AD59AC4-99E3-49FB-8194-62B69651DEBE}">
      <dgm:prSet/>
      <dgm:spPr/>
      <dgm:t>
        <a:bodyPr/>
        <a:lstStyle/>
        <a:p>
          <a:endParaRPr lang="en-US"/>
        </a:p>
      </dgm:t>
    </dgm:pt>
    <dgm:pt modelId="{82255ED3-0133-4187-8220-6BAB8D50BD23}">
      <dgm:prSet phldrT="[Text]"/>
      <dgm:spPr/>
      <dgm:t>
        <a:bodyPr/>
        <a:lstStyle/>
        <a:p>
          <a:r>
            <a:rPr lang="en-US" dirty="0" err="1" smtClean="0"/>
            <a:t>Keputusan</a:t>
          </a:r>
          <a:r>
            <a:rPr lang="en-US" dirty="0" smtClean="0"/>
            <a:t> </a:t>
          </a:r>
          <a:r>
            <a:rPr lang="en-US" dirty="0" err="1" smtClean="0"/>
            <a:t>untuk</a:t>
          </a:r>
          <a:r>
            <a:rPr lang="en-US" dirty="0" smtClean="0"/>
            <a:t> </a:t>
          </a:r>
          <a:r>
            <a:rPr lang="en-US" dirty="0" err="1" smtClean="0"/>
            <a:t>memakai</a:t>
          </a:r>
          <a:r>
            <a:rPr lang="en-US" dirty="0" smtClean="0"/>
            <a:t> ERP</a:t>
          </a:r>
          <a:endParaRPr lang="en-US" dirty="0"/>
        </a:p>
      </dgm:t>
    </dgm:pt>
    <dgm:pt modelId="{6710C5EA-E52E-49E8-BDC3-96CCD37E52CC}" type="parTrans" cxnId="{F2CE8E6E-B280-4E55-826C-3FA63A8766F6}">
      <dgm:prSet/>
      <dgm:spPr/>
      <dgm:t>
        <a:bodyPr/>
        <a:lstStyle/>
        <a:p>
          <a:endParaRPr lang="en-US"/>
        </a:p>
      </dgm:t>
    </dgm:pt>
    <dgm:pt modelId="{10C6E65B-4970-4C37-BCD8-07E148C31A47}" type="sibTrans" cxnId="{F2CE8E6E-B280-4E55-826C-3FA63A8766F6}">
      <dgm:prSet/>
      <dgm:spPr/>
      <dgm:t>
        <a:bodyPr/>
        <a:lstStyle/>
        <a:p>
          <a:endParaRPr lang="en-US"/>
        </a:p>
      </dgm:t>
    </dgm:pt>
    <dgm:pt modelId="{EB238346-42E2-49A7-B5EA-1106E3816855}">
      <dgm:prSet phldrT="[Text]"/>
      <dgm:spPr/>
      <dgm:t>
        <a:bodyPr/>
        <a:lstStyle/>
        <a:p>
          <a:r>
            <a:rPr lang="en-US" dirty="0" smtClean="0"/>
            <a:t>2</a:t>
          </a:r>
          <a:endParaRPr lang="en-US" dirty="0"/>
        </a:p>
      </dgm:t>
    </dgm:pt>
    <dgm:pt modelId="{80ADA67F-5481-4D4A-9D48-3E5AB49FC220}" type="parTrans" cxnId="{73849298-D478-4164-AB9C-EA6553BDC7F7}">
      <dgm:prSet/>
      <dgm:spPr/>
      <dgm:t>
        <a:bodyPr/>
        <a:lstStyle/>
        <a:p>
          <a:endParaRPr lang="en-US"/>
        </a:p>
      </dgm:t>
    </dgm:pt>
    <dgm:pt modelId="{708D24B4-9DC1-45F1-B31E-52A6CF51E92C}" type="sibTrans" cxnId="{73849298-D478-4164-AB9C-EA6553BDC7F7}">
      <dgm:prSet/>
      <dgm:spPr/>
      <dgm:t>
        <a:bodyPr/>
        <a:lstStyle/>
        <a:p>
          <a:endParaRPr lang="en-US"/>
        </a:p>
      </dgm:t>
    </dgm:pt>
    <dgm:pt modelId="{47AC17B9-33C3-404E-A6A1-0A3F1B60FD70}">
      <dgm:prSet phldrT="[Text]"/>
      <dgm:spPr/>
      <dgm:t>
        <a:bodyPr/>
        <a:lstStyle/>
        <a:p>
          <a:r>
            <a:rPr lang="en-US" dirty="0" err="1" smtClean="0"/>
            <a:t>Memilih</a:t>
          </a:r>
          <a:r>
            <a:rPr lang="en-US" dirty="0" smtClean="0"/>
            <a:t> ERP yang </a:t>
          </a:r>
          <a:r>
            <a:rPr lang="en-US" dirty="0" err="1" smtClean="0"/>
            <a:t>tepat</a:t>
          </a:r>
          <a:endParaRPr lang="en-US" dirty="0"/>
        </a:p>
      </dgm:t>
    </dgm:pt>
    <dgm:pt modelId="{AF430148-2085-4CCF-8921-724B7B1BC022}" type="parTrans" cxnId="{153FE4C8-2D8C-4437-BFA6-FA8FABB42CF4}">
      <dgm:prSet/>
      <dgm:spPr/>
      <dgm:t>
        <a:bodyPr/>
        <a:lstStyle/>
        <a:p>
          <a:endParaRPr lang="en-US"/>
        </a:p>
      </dgm:t>
    </dgm:pt>
    <dgm:pt modelId="{41C4A5C1-B428-46E5-8482-A048F09EEABB}" type="sibTrans" cxnId="{153FE4C8-2D8C-4437-BFA6-FA8FABB42CF4}">
      <dgm:prSet/>
      <dgm:spPr/>
      <dgm:t>
        <a:bodyPr/>
        <a:lstStyle/>
        <a:p>
          <a:endParaRPr lang="en-US"/>
        </a:p>
      </dgm:t>
    </dgm:pt>
    <dgm:pt modelId="{947D4A5C-5090-4013-8E70-0BEC4530B77F}">
      <dgm:prSet phldrT="[Text]"/>
      <dgm:spPr/>
      <dgm:t>
        <a:bodyPr/>
        <a:lstStyle/>
        <a:p>
          <a:r>
            <a:rPr lang="en-US" dirty="0" smtClean="0"/>
            <a:t>3</a:t>
          </a:r>
          <a:endParaRPr lang="en-US" dirty="0"/>
        </a:p>
      </dgm:t>
    </dgm:pt>
    <dgm:pt modelId="{C4503828-A73C-48B8-839F-F1A8F2A7A73E}" type="parTrans" cxnId="{E1234C29-2C2B-4048-A0B7-A807A2C1F1C5}">
      <dgm:prSet/>
      <dgm:spPr/>
      <dgm:t>
        <a:bodyPr/>
        <a:lstStyle/>
        <a:p>
          <a:endParaRPr lang="en-US"/>
        </a:p>
      </dgm:t>
    </dgm:pt>
    <dgm:pt modelId="{5D82E902-CBF1-4824-AD78-18F68FB189C1}" type="sibTrans" cxnId="{E1234C29-2C2B-4048-A0B7-A807A2C1F1C5}">
      <dgm:prSet/>
      <dgm:spPr/>
      <dgm:t>
        <a:bodyPr/>
        <a:lstStyle/>
        <a:p>
          <a:endParaRPr lang="en-US"/>
        </a:p>
      </dgm:t>
    </dgm:pt>
    <dgm:pt modelId="{4CD4CB04-0944-492F-969E-70328B6D68E7}">
      <dgm:prSet phldrT="[Text]"/>
      <dgm:spPr/>
      <dgm:t>
        <a:bodyPr/>
        <a:lstStyle/>
        <a:p>
          <a:r>
            <a:rPr lang="en-US" dirty="0" err="1" smtClean="0"/>
            <a:t>Merancang</a:t>
          </a:r>
          <a:r>
            <a:rPr lang="en-US" dirty="0" smtClean="0"/>
            <a:t> </a:t>
          </a:r>
          <a:r>
            <a:rPr lang="en-US" dirty="0" err="1" smtClean="0"/>
            <a:t>kebutuhan</a:t>
          </a:r>
          <a:r>
            <a:rPr lang="en-US" dirty="0" smtClean="0"/>
            <a:t> </a:t>
          </a:r>
          <a:r>
            <a:rPr lang="en-US" dirty="0" err="1" smtClean="0"/>
            <a:t>bisnis</a:t>
          </a:r>
          <a:r>
            <a:rPr lang="en-US" dirty="0" smtClean="0"/>
            <a:t> </a:t>
          </a:r>
          <a:r>
            <a:rPr lang="en-US" dirty="0" err="1" smtClean="0"/>
            <a:t>dengan</a:t>
          </a:r>
          <a:r>
            <a:rPr lang="en-US" dirty="0" smtClean="0"/>
            <a:t> </a:t>
          </a:r>
          <a:r>
            <a:rPr lang="en-US" dirty="0" err="1" smtClean="0"/>
            <a:t>fasilitas</a:t>
          </a:r>
          <a:r>
            <a:rPr lang="en-US" dirty="0" smtClean="0"/>
            <a:t> ERP yang </a:t>
          </a:r>
          <a:r>
            <a:rPr lang="en-US" dirty="0" err="1" smtClean="0"/>
            <a:t>dipilih</a:t>
          </a:r>
          <a:endParaRPr lang="en-US" dirty="0"/>
        </a:p>
      </dgm:t>
    </dgm:pt>
    <dgm:pt modelId="{CB8D605A-F648-4D3E-9A0D-8B86BBD61C01}" type="parTrans" cxnId="{E08852C4-94B4-41D5-AECE-F2F92F4FAAA0}">
      <dgm:prSet/>
      <dgm:spPr/>
      <dgm:t>
        <a:bodyPr/>
        <a:lstStyle/>
        <a:p>
          <a:endParaRPr lang="en-US"/>
        </a:p>
      </dgm:t>
    </dgm:pt>
    <dgm:pt modelId="{52D9F941-5C55-4BE4-9970-131F30C56C30}" type="sibTrans" cxnId="{E08852C4-94B4-41D5-AECE-F2F92F4FAAA0}">
      <dgm:prSet/>
      <dgm:spPr/>
      <dgm:t>
        <a:bodyPr/>
        <a:lstStyle/>
        <a:p>
          <a:endParaRPr lang="en-US"/>
        </a:p>
      </dgm:t>
    </dgm:pt>
    <dgm:pt modelId="{F9286A90-EB7B-41D6-AD17-78BF69474633}">
      <dgm:prSet/>
      <dgm:spPr/>
      <dgm:t>
        <a:bodyPr/>
        <a:lstStyle/>
        <a:p>
          <a:r>
            <a:rPr lang="en-US" dirty="0" smtClean="0"/>
            <a:t>4</a:t>
          </a:r>
          <a:endParaRPr lang="en-US" dirty="0"/>
        </a:p>
      </dgm:t>
    </dgm:pt>
    <dgm:pt modelId="{1941C989-EE40-43A1-B817-9540CE0B47A2}" type="parTrans" cxnId="{40F0F20B-CA02-4E12-B467-BD9D76256707}">
      <dgm:prSet/>
      <dgm:spPr/>
      <dgm:t>
        <a:bodyPr/>
        <a:lstStyle/>
        <a:p>
          <a:endParaRPr lang="en-US"/>
        </a:p>
      </dgm:t>
    </dgm:pt>
    <dgm:pt modelId="{2B817B5A-DDB7-4C9F-8EDB-098FA8207FE9}" type="sibTrans" cxnId="{40F0F20B-CA02-4E12-B467-BD9D76256707}">
      <dgm:prSet/>
      <dgm:spPr/>
      <dgm:t>
        <a:bodyPr/>
        <a:lstStyle/>
        <a:p>
          <a:endParaRPr lang="en-US"/>
        </a:p>
      </dgm:t>
    </dgm:pt>
    <dgm:pt modelId="{E575919F-BE9B-443B-A4C4-79B45DED1C83}">
      <dgm:prSet/>
      <dgm:spPr/>
      <dgm:t>
        <a:bodyPr/>
        <a:lstStyle/>
        <a:p>
          <a:r>
            <a:rPr lang="en-US" dirty="0" err="1" smtClean="0"/>
            <a:t>Melihat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mengevaluasi</a:t>
          </a:r>
          <a:r>
            <a:rPr lang="en-US" dirty="0" smtClean="0"/>
            <a:t> </a:t>
          </a:r>
          <a:r>
            <a:rPr lang="en-US" dirty="0" err="1" smtClean="0"/>
            <a:t>setiap</a:t>
          </a:r>
          <a:r>
            <a:rPr lang="en-US" dirty="0" smtClean="0"/>
            <a:t> proses </a:t>
          </a:r>
          <a:r>
            <a:rPr lang="en-US" dirty="0" err="1" smtClean="0"/>
            <a:t>bisnis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perubahan</a:t>
          </a:r>
          <a:r>
            <a:rPr lang="en-US" dirty="0" smtClean="0"/>
            <a:t> yang </a:t>
          </a:r>
          <a:r>
            <a:rPr lang="en-US" dirty="0" err="1" smtClean="0"/>
            <a:t>perlu</a:t>
          </a:r>
          <a:r>
            <a:rPr lang="en-US" dirty="0" smtClean="0"/>
            <a:t> </a:t>
          </a:r>
          <a:r>
            <a:rPr lang="en-US" dirty="0" err="1" smtClean="0"/>
            <a:t>dilakukan</a:t>
          </a:r>
          <a:r>
            <a:rPr lang="en-US" dirty="0" smtClean="0"/>
            <a:t> di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modul</a:t>
          </a:r>
          <a:r>
            <a:rPr lang="en-US" dirty="0" smtClean="0"/>
            <a:t> ERP</a:t>
          </a:r>
          <a:endParaRPr lang="en-US" dirty="0"/>
        </a:p>
      </dgm:t>
    </dgm:pt>
    <dgm:pt modelId="{CDF109F5-92BE-4B72-9FF8-52E3BE8FA33D}" type="parTrans" cxnId="{93A0FD2F-585E-41AA-A9E9-56C153EA3BF6}">
      <dgm:prSet/>
      <dgm:spPr/>
      <dgm:t>
        <a:bodyPr/>
        <a:lstStyle/>
        <a:p>
          <a:endParaRPr lang="en-US"/>
        </a:p>
      </dgm:t>
    </dgm:pt>
    <dgm:pt modelId="{16EDE9A5-3F60-4994-9C4F-5D466F78CCE2}" type="sibTrans" cxnId="{93A0FD2F-585E-41AA-A9E9-56C153EA3BF6}">
      <dgm:prSet/>
      <dgm:spPr/>
      <dgm:t>
        <a:bodyPr/>
        <a:lstStyle/>
        <a:p>
          <a:endParaRPr lang="en-US"/>
        </a:p>
      </dgm:t>
    </dgm:pt>
    <dgm:pt modelId="{C175CE40-E35C-4737-BC43-0E39839EF153}">
      <dgm:prSet/>
      <dgm:spPr/>
      <dgm:t>
        <a:bodyPr/>
        <a:lstStyle/>
        <a:p>
          <a:r>
            <a:rPr lang="en-US" dirty="0" smtClean="0"/>
            <a:t>5</a:t>
          </a:r>
          <a:endParaRPr lang="en-US" dirty="0"/>
        </a:p>
      </dgm:t>
    </dgm:pt>
    <dgm:pt modelId="{34297EB2-FC8B-45ED-87AA-585D2616AE59}" type="parTrans" cxnId="{102E103B-B8F1-425D-BFA3-7EA0C53E714B}">
      <dgm:prSet/>
      <dgm:spPr/>
      <dgm:t>
        <a:bodyPr/>
        <a:lstStyle/>
        <a:p>
          <a:endParaRPr lang="en-US"/>
        </a:p>
      </dgm:t>
    </dgm:pt>
    <dgm:pt modelId="{FC060807-9C58-4367-93D7-A00BC81AED68}" type="sibTrans" cxnId="{102E103B-B8F1-425D-BFA3-7EA0C53E714B}">
      <dgm:prSet/>
      <dgm:spPr/>
      <dgm:t>
        <a:bodyPr/>
        <a:lstStyle/>
        <a:p>
          <a:endParaRPr lang="en-US"/>
        </a:p>
      </dgm:t>
    </dgm:pt>
    <dgm:pt modelId="{6AF4B1DA-0425-4A53-BEC6-7FCB8CE9B04B}">
      <dgm:prSet/>
      <dgm:spPr/>
      <dgm:t>
        <a:bodyPr/>
        <a:lstStyle/>
        <a:p>
          <a:r>
            <a:rPr lang="en-US" dirty="0" err="1" smtClean="0"/>
            <a:t>Menyusun</a:t>
          </a:r>
          <a:r>
            <a:rPr lang="en-US" dirty="0" smtClean="0"/>
            <a:t> </a:t>
          </a:r>
          <a:r>
            <a:rPr lang="en-US" dirty="0" err="1" smtClean="0"/>
            <a:t>arsitektur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cetak</a:t>
          </a:r>
          <a:r>
            <a:rPr lang="en-US" dirty="0" smtClean="0"/>
            <a:t> </a:t>
          </a:r>
          <a:r>
            <a:rPr lang="en-US" dirty="0" err="1" smtClean="0"/>
            <a:t>biru</a:t>
          </a:r>
          <a:endParaRPr lang="en-US" dirty="0"/>
        </a:p>
      </dgm:t>
    </dgm:pt>
    <dgm:pt modelId="{8C4D9E85-7107-44A5-8942-B2794A28E9AC}" type="parTrans" cxnId="{C71B0197-C197-4859-802F-35A066C8D19E}">
      <dgm:prSet/>
      <dgm:spPr/>
      <dgm:t>
        <a:bodyPr/>
        <a:lstStyle/>
        <a:p>
          <a:endParaRPr lang="en-US"/>
        </a:p>
      </dgm:t>
    </dgm:pt>
    <dgm:pt modelId="{5B5C6831-C648-4F49-B7D5-07CA3E427E65}" type="sibTrans" cxnId="{C71B0197-C197-4859-802F-35A066C8D19E}">
      <dgm:prSet/>
      <dgm:spPr/>
      <dgm:t>
        <a:bodyPr/>
        <a:lstStyle/>
        <a:p>
          <a:endParaRPr lang="en-US"/>
        </a:p>
      </dgm:t>
    </dgm:pt>
    <dgm:pt modelId="{EDA476F1-48A4-47DD-A1E6-9FD1D7EC6498}">
      <dgm:prSet/>
      <dgm:spPr/>
      <dgm:t>
        <a:bodyPr/>
        <a:lstStyle/>
        <a:p>
          <a:r>
            <a:rPr lang="en-US" dirty="0" smtClean="0"/>
            <a:t>6</a:t>
          </a:r>
          <a:endParaRPr lang="en-US" dirty="0"/>
        </a:p>
      </dgm:t>
    </dgm:pt>
    <dgm:pt modelId="{6125DECC-3EBC-4E11-98DE-56652117867C}" type="parTrans" cxnId="{E3E5B73D-E1E3-4404-90F9-0C52730B7D15}">
      <dgm:prSet/>
      <dgm:spPr/>
      <dgm:t>
        <a:bodyPr/>
        <a:lstStyle/>
        <a:p>
          <a:endParaRPr lang="en-US"/>
        </a:p>
      </dgm:t>
    </dgm:pt>
    <dgm:pt modelId="{758645F1-FC66-45C6-8808-A7D7D6C500E6}" type="sibTrans" cxnId="{E3E5B73D-E1E3-4404-90F9-0C52730B7D15}">
      <dgm:prSet/>
      <dgm:spPr/>
      <dgm:t>
        <a:bodyPr/>
        <a:lstStyle/>
        <a:p>
          <a:endParaRPr lang="en-US"/>
        </a:p>
      </dgm:t>
    </dgm:pt>
    <dgm:pt modelId="{96705A64-BA91-467E-A823-78C5F60B641E}">
      <dgm:prSet/>
      <dgm:spPr/>
      <dgm:t>
        <a:bodyPr/>
        <a:lstStyle/>
        <a:p>
          <a:r>
            <a:rPr lang="en-US" dirty="0" err="1" smtClean="0"/>
            <a:t>Pendekatan</a:t>
          </a:r>
          <a:r>
            <a:rPr lang="en-US" dirty="0" smtClean="0"/>
            <a:t> </a:t>
          </a:r>
          <a:r>
            <a:rPr lang="en-US" dirty="0" err="1" smtClean="0"/>
            <a:t>implementasi</a:t>
          </a:r>
          <a:r>
            <a:rPr lang="en-US" dirty="0" smtClean="0"/>
            <a:t> yang </a:t>
          </a:r>
          <a:r>
            <a:rPr lang="en-US" dirty="0" err="1" smtClean="0"/>
            <a:t>akan</a:t>
          </a:r>
          <a:r>
            <a:rPr lang="en-US" dirty="0" smtClean="0"/>
            <a:t> </a:t>
          </a:r>
          <a:r>
            <a:rPr lang="en-US" dirty="0" err="1" smtClean="0"/>
            <a:t>dilakukan</a:t>
          </a:r>
          <a:r>
            <a:rPr lang="en-US" dirty="0" smtClean="0"/>
            <a:t> (</a:t>
          </a:r>
          <a:r>
            <a:rPr lang="en-US" dirty="0" err="1" smtClean="0"/>
            <a:t>skala</a:t>
          </a:r>
          <a:r>
            <a:rPr lang="en-US" dirty="0" smtClean="0"/>
            <a:t> </a:t>
          </a:r>
          <a:r>
            <a:rPr lang="en-US" dirty="0" err="1" smtClean="0"/>
            <a:t>besar</a:t>
          </a:r>
          <a:r>
            <a:rPr lang="en-US" dirty="0" smtClean="0"/>
            <a:t> </a:t>
          </a:r>
          <a:r>
            <a:rPr lang="en-US" dirty="0" err="1" smtClean="0"/>
            <a:t>atau</a:t>
          </a:r>
          <a:r>
            <a:rPr lang="en-US" dirty="0" smtClean="0"/>
            <a:t> </a:t>
          </a:r>
          <a:r>
            <a:rPr lang="en-US" dirty="0" err="1" smtClean="0"/>
            <a:t>bertahap</a:t>
          </a:r>
          <a:r>
            <a:rPr lang="en-US" dirty="0" smtClean="0"/>
            <a:t>)</a:t>
          </a:r>
          <a:endParaRPr lang="en-US" dirty="0"/>
        </a:p>
      </dgm:t>
    </dgm:pt>
    <dgm:pt modelId="{40C065E1-A5CB-4146-B557-CA1A9F9D938C}" type="parTrans" cxnId="{67B78B57-D519-44D0-B412-B58E78DBDB9D}">
      <dgm:prSet/>
      <dgm:spPr/>
      <dgm:t>
        <a:bodyPr/>
        <a:lstStyle/>
        <a:p>
          <a:endParaRPr lang="en-US"/>
        </a:p>
      </dgm:t>
    </dgm:pt>
    <dgm:pt modelId="{8A314717-8ECC-4D72-B092-A88F02ED05AE}" type="sibTrans" cxnId="{67B78B57-D519-44D0-B412-B58E78DBDB9D}">
      <dgm:prSet/>
      <dgm:spPr/>
      <dgm:t>
        <a:bodyPr/>
        <a:lstStyle/>
        <a:p>
          <a:endParaRPr lang="en-US"/>
        </a:p>
      </dgm:t>
    </dgm:pt>
    <dgm:pt modelId="{55D086B3-AB44-4555-8515-1412C073F22E}">
      <dgm:prSet/>
      <dgm:spPr/>
      <dgm:t>
        <a:bodyPr/>
        <a:lstStyle/>
        <a:p>
          <a:r>
            <a:rPr lang="en-US" dirty="0" smtClean="0"/>
            <a:t>7</a:t>
          </a:r>
          <a:endParaRPr lang="en-US" dirty="0"/>
        </a:p>
      </dgm:t>
    </dgm:pt>
    <dgm:pt modelId="{E73820AF-0374-488A-9C12-C6FC5BC85228}" type="parTrans" cxnId="{751331D2-4ABA-46BB-878C-10A42863B229}">
      <dgm:prSet/>
      <dgm:spPr/>
      <dgm:t>
        <a:bodyPr/>
        <a:lstStyle/>
        <a:p>
          <a:endParaRPr lang="en-US"/>
        </a:p>
      </dgm:t>
    </dgm:pt>
    <dgm:pt modelId="{BF255918-3CC0-4928-926C-26A03A1EE050}" type="sibTrans" cxnId="{751331D2-4ABA-46BB-878C-10A42863B229}">
      <dgm:prSet/>
      <dgm:spPr/>
      <dgm:t>
        <a:bodyPr/>
        <a:lstStyle/>
        <a:p>
          <a:endParaRPr lang="en-US"/>
        </a:p>
      </dgm:t>
    </dgm:pt>
    <dgm:pt modelId="{01CD2D13-7EB4-4FED-9771-A40B0E212F8C}">
      <dgm:prSet/>
      <dgm:spPr/>
      <dgm:t>
        <a:bodyPr/>
        <a:lstStyle/>
        <a:p>
          <a:r>
            <a:rPr lang="en-US" dirty="0" err="1" smtClean="0"/>
            <a:t>Pelatihan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pengujian</a:t>
          </a:r>
          <a:r>
            <a:rPr lang="en-US" dirty="0" smtClean="0"/>
            <a:t> ERP </a:t>
          </a:r>
          <a:r>
            <a:rPr lang="en-US" dirty="0" err="1" smtClean="0"/>
            <a:t>sebelum</a:t>
          </a:r>
          <a:r>
            <a:rPr lang="en-US" dirty="0" smtClean="0"/>
            <a:t> proses “g</a:t>
          </a:r>
          <a:r>
            <a:rPr lang="en-US" i="1" dirty="0" smtClean="0"/>
            <a:t>o Live”</a:t>
          </a:r>
          <a:endParaRPr lang="en-US" dirty="0"/>
        </a:p>
      </dgm:t>
    </dgm:pt>
    <dgm:pt modelId="{7911FDD6-43CA-41FB-B571-402E492FA46F}" type="parTrans" cxnId="{0E78AF74-938E-4226-A2D2-B854AAF1D354}">
      <dgm:prSet/>
      <dgm:spPr/>
      <dgm:t>
        <a:bodyPr/>
        <a:lstStyle/>
        <a:p>
          <a:endParaRPr lang="en-US"/>
        </a:p>
      </dgm:t>
    </dgm:pt>
    <dgm:pt modelId="{23452F4C-0223-4273-AC95-9D59311F0108}" type="sibTrans" cxnId="{0E78AF74-938E-4226-A2D2-B854AAF1D354}">
      <dgm:prSet/>
      <dgm:spPr/>
      <dgm:t>
        <a:bodyPr/>
        <a:lstStyle/>
        <a:p>
          <a:endParaRPr lang="en-US"/>
        </a:p>
      </dgm:t>
    </dgm:pt>
    <dgm:pt modelId="{A1987651-0AE1-4978-99FF-F57EA265FD6C}">
      <dgm:prSet/>
      <dgm:spPr/>
      <dgm:t>
        <a:bodyPr/>
        <a:lstStyle/>
        <a:p>
          <a:r>
            <a:rPr lang="en-US" dirty="0" smtClean="0"/>
            <a:t>8</a:t>
          </a:r>
          <a:endParaRPr lang="en-US" dirty="0"/>
        </a:p>
      </dgm:t>
    </dgm:pt>
    <dgm:pt modelId="{6318C311-B996-4E45-9225-BA5F9F282073}" type="parTrans" cxnId="{53C4823F-6619-4C04-9273-82739CD63E38}">
      <dgm:prSet/>
      <dgm:spPr/>
      <dgm:t>
        <a:bodyPr/>
        <a:lstStyle/>
        <a:p>
          <a:endParaRPr lang="en-US"/>
        </a:p>
      </dgm:t>
    </dgm:pt>
    <dgm:pt modelId="{3059E792-A8CC-4B9E-8565-1861C19C9446}" type="sibTrans" cxnId="{53C4823F-6619-4C04-9273-82739CD63E38}">
      <dgm:prSet/>
      <dgm:spPr/>
      <dgm:t>
        <a:bodyPr/>
        <a:lstStyle/>
        <a:p>
          <a:endParaRPr lang="en-US"/>
        </a:p>
      </dgm:t>
    </dgm:pt>
    <dgm:pt modelId="{B84035F5-2FAE-4120-A1AF-4F3E7A299FA4}">
      <dgm:prSet/>
      <dgm:spPr/>
      <dgm:t>
        <a:bodyPr/>
        <a:lstStyle/>
        <a:p>
          <a:r>
            <a:rPr lang="en-US" dirty="0" err="1" smtClean="0"/>
            <a:t>Evaluasi</a:t>
          </a:r>
          <a:r>
            <a:rPr lang="en-US" dirty="0" smtClean="0"/>
            <a:t> </a:t>
          </a:r>
          <a:r>
            <a:rPr lang="en-US" dirty="0" err="1" smtClean="0"/>
            <a:t>setelah</a:t>
          </a:r>
          <a:r>
            <a:rPr lang="en-US" dirty="0" smtClean="0"/>
            <a:t> </a:t>
          </a:r>
          <a:r>
            <a:rPr lang="en-US" i="1" dirty="0" smtClean="0"/>
            <a:t>go live </a:t>
          </a:r>
          <a:r>
            <a:rPr lang="en-US" i="0" dirty="0" err="1" smtClean="0"/>
            <a:t>dari</a:t>
          </a:r>
          <a:r>
            <a:rPr lang="en-US" i="0" dirty="0" smtClean="0"/>
            <a:t> ERP</a:t>
          </a:r>
          <a:endParaRPr lang="en-US" dirty="0"/>
        </a:p>
      </dgm:t>
    </dgm:pt>
    <dgm:pt modelId="{C81E5908-812A-4458-A27A-C1C38A40F186}" type="parTrans" cxnId="{B48DE10B-704C-4375-9060-A2B81CF69121}">
      <dgm:prSet/>
      <dgm:spPr/>
      <dgm:t>
        <a:bodyPr/>
        <a:lstStyle/>
        <a:p>
          <a:endParaRPr lang="en-US"/>
        </a:p>
      </dgm:t>
    </dgm:pt>
    <dgm:pt modelId="{39E7E47D-418E-4890-9490-3ED6C67DA2CB}" type="sibTrans" cxnId="{B48DE10B-704C-4375-9060-A2B81CF69121}">
      <dgm:prSet/>
      <dgm:spPr/>
      <dgm:t>
        <a:bodyPr/>
        <a:lstStyle/>
        <a:p>
          <a:endParaRPr lang="en-US"/>
        </a:p>
      </dgm:t>
    </dgm:pt>
    <dgm:pt modelId="{5D0FEE98-1467-40A8-9E6B-A2E5749739AE}" type="pres">
      <dgm:prSet presAssocID="{54657974-FA66-4B39-A82E-2839BEF14AB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C1E5376-DACA-4709-800B-5B489B32D61A}" type="pres">
      <dgm:prSet presAssocID="{F43F076F-B1F5-4742-AFD7-80725BBCD8BB}" presName="composite" presStyleCnt="0"/>
      <dgm:spPr/>
    </dgm:pt>
    <dgm:pt modelId="{68B10F74-0204-441D-AF09-6E3816E381D8}" type="pres">
      <dgm:prSet presAssocID="{F43F076F-B1F5-4742-AFD7-80725BBCD8BB}" presName="parentText" presStyleLbl="alignNode1" presStyleIdx="0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0E1920-1298-4D07-80F8-031A7D5564F4}" type="pres">
      <dgm:prSet presAssocID="{F43F076F-B1F5-4742-AFD7-80725BBCD8BB}" presName="descendantText" presStyleLbl="alignAcc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5846A-38B2-4681-8359-4D27EA213EC0}" type="pres">
      <dgm:prSet presAssocID="{BB2BD229-3DC5-4EA3-8BCA-69C8CDB5F841}" presName="sp" presStyleCnt="0"/>
      <dgm:spPr/>
    </dgm:pt>
    <dgm:pt modelId="{A022AD99-3F71-40C8-9DF2-0543CF0A72D6}" type="pres">
      <dgm:prSet presAssocID="{EB238346-42E2-49A7-B5EA-1106E3816855}" presName="composite" presStyleCnt="0"/>
      <dgm:spPr/>
    </dgm:pt>
    <dgm:pt modelId="{AAA365E6-C152-4CC1-B471-BC900DF5DF91}" type="pres">
      <dgm:prSet presAssocID="{EB238346-42E2-49A7-B5EA-1106E3816855}" presName="parentText" presStyleLbl="alignNode1" presStyleIdx="1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F8081B-EBD4-4619-80EC-96CC32DA3B5A}" type="pres">
      <dgm:prSet presAssocID="{EB238346-42E2-49A7-B5EA-1106E3816855}" presName="descendantText" presStyleLbl="alignAcc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6DBCA5-ED8D-4E6F-A3CC-8F66EBCF908F}" type="pres">
      <dgm:prSet presAssocID="{708D24B4-9DC1-45F1-B31E-52A6CF51E92C}" presName="sp" presStyleCnt="0"/>
      <dgm:spPr/>
    </dgm:pt>
    <dgm:pt modelId="{9D4989FC-5AC9-4929-A1AF-6DD96F057608}" type="pres">
      <dgm:prSet presAssocID="{947D4A5C-5090-4013-8E70-0BEC4530B77F}" presName="composite" presStyleCnt="0"/>
      <dgm:spPr/>
    </dgm:pt>
    <dgm:pt modelId="{7C6DCAD4-7F38-47C5-A3C5-117F87830167}" type="pres">
      <dgm:prSet presAssocID="{947D4A5C-5090-4013-8E70-0BEC4530B77F}" presName="parentText" presStyleLbl="alignNode1" presStyleIdx="2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2AD04F-24A8-4BD9-9468-30FEC7E4895C}" type="pres">
      <dgm:prSet presAssocID="{947D4A5C-5090-4013-8E70-0BEC4530B77F}" presName="descendantText" presStyleLbl="alignAcc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B9B871-4E76-4AE6-9410-43A3E310DE4C}" type="pres">
      <dgm:prSet presAssocID="{5D82E902-CBF1-4824-AD78-18F68FB189C1}" presName="sp" presStyleCnt="0"/>
      <dgm:spPr/>
    </dgm:pt>
    <dgm:pt modelId="{7EC5A8AA-B715-4B7A-96E8-5CD1B30DBA29}" type="pres">
      <dgm:prSet presAssocID="{F9286A90-EB7B-41D6-AD17-78BF69474633}" presName="composite" presStyleCnt="0"/>
      <dgm:spPr/>
    </dgm:pt>
    <dgm:pt modelId="{5541DDF5-86CB-4726-99BF-4A3B3DEE5706}" type="pres">
      <dgm:prSet presAssocID="{F9286A90-EB7B-41D6-AD17-78BF69474633}" presName="parentText" presStyleLbl="alignNode1" presStyleIdx="3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5755C-2E9C-4862-8D5C-4D9AD1CBAD31}" type="pres">
      <dgm:prSet presAssocID="{F9286A90-EB7B-41D6-AD17-78BF69474633}" presName="descendantText" presStyleLbl="alignAcc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77B15C-18CB-4B3E-865D-197DB5688125}" type="pres">
      <dgm:prSet presAssocID="{2B817B5A-DDB7-4C9F-8EDB-098FA8207FE9}" presName="sp" presStyleCnt="0"/>
      <dgm:spPr/>
    </dgm:pt>
    <dgm:pt modelId="{12BB1147-5CAA-459C-9C8E-37DDB5E30F9D}" type="pres">
      <dgm:prSet presAssocID="{C175CE40-E35C-4737-BC43-0E39839EF153}" presName="composite" presStyleCnt="0"/>
      <dgm:spPr/>
    </dgm:pt>
    <dgm:pt modelId="{803D2637-6702-4B00-9628-B0C10562C5D6}" type="pres">
      <dgm:prSet presAssocID="{C175CE40-E35C-4737-BC43-0E39839EF153}" presName="parentText" presStyleLbl="alignNode1" presStyleIdx="4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AFBDF5-9663-41CC-B45B-26D3AD2CF0A6}" type="pres">
      <dgm:prSet presAssocID="{C175CE40-E35C-4737-BC43-0E39839EF153}" presName="descendantText" presStyleLbl="alignAcc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F175A1-0B6C-4110-841C-436E82211627}" type="pres">
      <dgm:prSet presAssocID="{FC060807-9C58-4367-93D7-A00BC81AED68}" presName="sp" presStyleCnt="0"/>
      <dgm:spPr/>
    </dgm:pt>
    <dgm:pt modelId="{04A979CE-47F8-4148-840F-6FF9E9A81A0C}" type="pres">
      <dgm:prSet presAssocID="{EDA476F1-48A4-47DD-A1E6-9FD1D7EC6498}" presName="composite" presStyleCnt="0"/>
      <dgm:spPr/>
    </dgm:pt>
    <dgm:pt modelId="{EC120379-6DC0-4F92-B5B5-321D77681911}" type="pres">
      <dgm:prSet presAssocID="{EDA476F1-48A4-47DD-A1E6-9FD1D7EC6498}" presName="parentText" presStyleLbl="alignNode1" presStyleIdx="5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C49B1E-D09F-4086-8A5F-D75DA1EB4266}" type="pres">
      <dgm:prSet presAssocID="{EDA476F1-48A4-47DD-A1E6-9FD1D7EC6498}" presName="descendantText" presStyleLbl="alignAcc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720D62-6EEF-46B6-8EBF-243D7790A5A2}" type="pres">
      <dgm:prSet presAssocID="{758645F1-FC66-45C6-8808-A7D7D6C500E6}" presName="sp" presStyleCnt="0"/>
      <dgm:spPr/>
    </dgm:pt>
    <dgm:pt modelId="{C995A44F-B875-4207-B36A-3588A282BFD8}" type="pres">
      <dgm:prSet presAssocID="{55D086B3-AB44-4555-8515-1412C073F22E}" presName="composite" presStyleCnt="0"/>
      <dgm:spPr/>
    </dgm:pt>
    <dgm:pt modelId="{F9368154-E206-4434-8FB2-DB77E6F06C8F}" type="pres">
      <dgm:prSet presAssocID="{55D086B3-AB44-4555-8515-1412C073F22E}" presName="parentText" presStyleLbl="alignNode1" presStyleIdx="6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869EB5-F564-44A9-81F4-D4FAEF229374}" type="pres">
      <dgm:prSet presAssocID="{55D086B3-AB44-4555-8515-1412C073F22E}" presName="descendantText" presStyleLbl="alignAcc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F1CAE1-FBD2-4A36-A7C7-141C26740D42}" type="pres">
      <dgm:prSet presAssocID="{BF255918-3CC0-4928-926C-26A03A1EE050}" presName="sp" presStyleCnt="0"/>
      <dgm:spPr/>
    </dgm:pt>
    <dgm:pt modelId="{EDD3BF8A-2D3F-4DF1-BB02-3FD9CDAD43FE}" type="pres">
      <dgm:prSet presAssocID="{A1987651-0AE1-4978-99FF-F57EA265FD6C}" presName="composite" presStyleCnt="0"/>
      <dgm:spPr/>
    </dgm:pt>
    <dgm:pt modelId="{7AC3325F-9A63-4C3B-BFD3-188D786BA594}" type="pres">
      <dgm:prSet presAssocID="{A1987651-0AE1-4978-99FF-F57EA265FD6C}" presName="parentText" presStyleLbl="alignNode1" presStyleIdx="7" presStyleCnt="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EC4052-C9E8-411F-A4B0-A9E0A1E463B0}" type="pres">
      <dgm:prSet presAssocID="{A1987651-0AE1-4978-99FF-F57EA265FD6C}" presName="descendantText" presStyleLbl="alignAcc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8F4BC1-E96B-4CEF-B8BD-EF1DA08F73C5}" type="presOf" srcId="{55D086B3-AB44-4555-8515-1412C073F22E}" destId="{F9368154-E206-4434-8FB2-DB77E6F06C8F}" srcOrd="0" destOrd="0" presId="urn:microsoft.com/office/officeart/2005/8/layout/chevron2"/>
    <dgm:cxn modelId="{4C1E0F28-AE54-4946-BEC7-3F72632C58DA}" type="presOf" srcId="{E575919F-BE9B-443B-A4C4-79B45DED1C83}" destId="{5405755C-2E9C-4862-8D5C-4D9AD1CBAD31}" srcOrd="0" destOrd="0" presId="urn:microsoft.com/office/officeart/2005/8/layout/chevron2"/>
    <dgm:cxn modelId="{751331D2-4ABA-46BB-878C-10A42863B229}" srcId="{54657974-FA66-4B39-A82E-2839BEF14ABF}" destId="{55D086B3-AB44-4555-8515-1412C073F22E}" srcOrd="6" destOrd="0" parTransId="{E73820AF-0374-488A-9C12-C6FC5BC85228}" sibTransId="{BF255918-3CC0-4928-926C-26A03A1EE050}"/>
    <dgm:cxn modelId="{132053CF-BF20-41C5-B629-A6D319755621}" type="presOf" srcId="{47AC17B9-33C3-404E-A6A1-0A3F1B60FD70}" destId="{F8F8081B-EBD4-4619-80EC-96CC32DA3B5A}" srcOrd="0" destOrd="0" presId="urn:microsoft.com/office/officeart/2005/8/layout/chevron2"/>
    <dgm:cxn modelId="{C4AFAAFF-3883-4648-BCB1-67916B162A0A}" type="presOf" srcId="{F9286A90-EB7B-41D6-AD17-78BF69474633}" destId="{5541DDF5-86CB-4726-99BF-4A3B3DEE5706}" srcOrd="0" destOrd="0" presId="urn:microsoft.com/office/officeart/2005/8/layout/chevron2"/>
    <dgm:cxn modelId="{73849298-D478-4164-AB9C-EA6553BDC7F7}" srcId="{54657974-FA66-4B39-A82E-2839BEF14ABF}" destId="{EB238346-42E2-49A7-B5EA-1106E3816855}" srcOrd="1" destOrd="0" parTransId="{80ADA67F-5481-4D4A-9D48-3E5AB49FC220}" sibTransId="{708D24B4-9DC1-45F1-B31E-52A6CF51E92C}"/>
    <dgm:cxn modelId="{0E78AF74-938E-4226-A2D2-B854AAF1D354}" srcId="{55D086B3-AB44-4555-8515-1412C073F22E}" destId="{01CD2D13-7EB4-4FED-9771-A40B0E212F8C}" srcOrd="0" destOrd="0" parTransId="{7911FDD6-43CA-41FB-B571-402E492FA46F}" sibTransId="{23452F4C-0223-4273-AC95-9D59311F0108}"/>
    <dgm:cxn modelId="{40F0F20B-CA02-4E12-B467-BD9D76256707}" srcId="{54657974-FA66-4B39-A82E-2839BEF14ABF}" destId="{F9286A90-EB7B-41D6-AD17-78BF69474633}" srcOrd="3" destOrd="0" parTransId="{1941C989-EE40-43A1-B817-9540CE0B47A2}" sibTransId="{2B817B5A-DDB7-4C9F-8EDB-098FA8207FE9}"/>
    <dgm:cxn modelId="{E08852C4-94B4-41D5-AECE-F2F92F4FAAA0}" srcId="{947D4A5C-5090-4013-8E70-0BEC4530B77F}" destId="{4CD4CB04-0944-492F-969E-70328B6D68E7}" srcOrd="0" destOrd="0" parTransId="{CB8D605A-F648-4D3E-9A0D-8B86BBD61C01}" sibTransId="{52D9F941-5C55-4BE4-9970-131F30C56C30}"/>
    <dgm:cxn modelId="{8BB692B4-0554-4533-8E94-A68D9CD6D372}" type="presOf" srcId="{01CD2D13-7EB4-4FED-9771-A40B0E212F8C}" destId="{80869EB5-F564-44A9-81F4-D4FAEF229374}" srcOrd="0" destOrd="0" presId="urn:microsoft.com/office/officeart/2005/8/layout/chevron2"/>
    <dgm:cxn modelId="{67B78B57-D519-44D0-B412-B58E78DBDB9D}" srcId="{EDA476F1-48A4-47DD-A1E6-9FD1D7EC6498}" destId="{96705A64-BA91-467E-A823-78C5F60B641E}" srcOrd="0" destOrd="0" parTransId="{40C065E1-A5CB-4146-B557-CA1A9F9D938C}" sibTransId="{8A314717-8ECC-4D72-B092-A88F02ED05AE}"/>
    <dgm:cxn modelId="{EA21ACB9-FD7F-4586-9D49-849BF3A8686E}" type="presOf" srcId="{C175CE40-E35C-4737-BC43-0E39839EF153}" destId="{803D2637-6702-4B00-9628-B0C10562C5D6}" srcOrd="0" destOrd="0" presId="urn:microsoft.com/office/officeart/2005/8/layout/chevron2"/>
    <dgm:cxn modelId="{C9FA5F05-F9CF-4808-BA38-FCA3D5F8527C}" type="presOf" srcId="{F43F076F-B1F5-4742-AFD7-80725BBCD8BB}" destId="{68B10F74-0204-441D-AF09-6E3816E381D8}" srcOrd="0" destOrd="0" presId="urn:microsoft.com/office/officeart/2005/8/layout/chevron2"/>
    <dgm:cxn modelId="{B48DE10B-704C-4375-9060-A2B81CF69121}" srcId="{A1987651-0AE1-4978-99FF-F57EA265FD6C}" destId="{B84035F5-2FAE-4120-A1AF-4F3E7A299FA4}" srcOrd="0" destOrd="0" parTransId="{C81E5908-812A-4458-A27A-C1C38A40F186}" sibTransId="{39E7E47D-418E-4890-9490-3ED6C67DA2CB}"/>
    <dgm:cxn modelId="{4801E041-D1CC-4401-B5E3-E853CE3C80BE}" type="presOf" srcId="{6AF4B1DA-0425-4A53-BEC6-7FCB8CE9B04B}" destId="{2BAFBDF5-9663-41CC-B45B-26D3AD2CF0A6}" srcOrd="0" destOrd="0" presId="urn:microsoft.com/office/officeart/2005/8/layout/chevron2"/>
    <dgm:cxn modelId="{C71B0197-C197-4859-802F-35A066C8D19E}" srcId="{C175CE40-E35C-4737-BC43-0E39839EF153}" destId="{6AF4B1DA-0425-4A53-BEC6-7FCB8CE9B04B}" srcOrd="0" destOrd="0" parTransId="{8C4D9E85-7107-44A5-8942-B2794A28E9AC}" sibTransId="{5B5C6831-C648-4F49-B7D5-07CA3E427E65}"/>
    <dgm:cxn modelId="{7DC25603-D6B9-448A-9D7E-2BF2A8BBD729}" type="presOf" srcId="{82255ED3-0133-4187-8220-6BAB8D50BD23}" destId="{AF0E1920-1298-4D07-80F8-031A7D5564F4}" srcOrd="0" destOrd="0" presId="urn:microsoft.com/office/officeart/2005/8/layout/chevron2"/>
    <dgm:cxn modelId="{102E103B-B8F1-425D-BFA3-7EA0C53E714B}" srcId="{54657974-FA66-4B39-A82E-2839BEF14ABF}" destId="{C175CE40-E35C-4737-BC43-0E39839EF153}" srcOrd="4" destOrd="0" parTransId="{34297EB2-FC8B-45ED-87AA-585D2616AE59}" sibTransId="{FC060807-9C58-4367-93D7-A00BC81AED68}"/>
    <dgm:cxn modelId="{5AD59AC4-99E3-49FB-8194-62B69651DEBE}" srcId="{54657974-FA66-4B39-A82E-2839BEF14ABF}" destId="{F43F076F-B1F5-4742-AFD7-80725BBCD8BB}" srcOrd="0" destOrd="0" parTransId="{A3E9CF99-96CE-43BD-BAC8-62CEB5A3C26C}" sibTransId="{BB2BD229-3DC5-4EA3-8BCA-69C8CDB5F841}"/>
    <dgm:cxn modelId="{9E1D860B-F263-4566-A4AD-D2CFEAB5270C}" type="presOf" srcId="{B84035F5-2FAE-4120-A1AF-4F3E7A299FA4}" destId="{07EC4052-C9E8-411F-A4B0-A9E0A1E463B0}" srcOrd="0" destOrd="0" presId="urn:microsoft.com/office/officeart/2005/8/layout/chevron2"/>
    <dgm:cxn modelId="{8866C9AF-0781-428D-B1D0-B8EC44F4FCDB}" type="presOf" srcId="{4CD4CB04-0944-492F-969E-70328B6D68E7}" destId="{3C2AD04F-24A8-4BD9-9468-30FEC7E4895C}" srcOrd="0" destOrd="0" presId="urn:microsoft.com/office/officeart/2005/8/layout/chevron2"/>
    <dgm:cxn modelId="{D3677A90-8998-4F23-B51D-7517DD4A2298}" type="presOf" srcId="{EB238346-42E2-49A7-B5EA-1106E3816855}" destId="{AAA365E6-C152-4CC1-B471-BC900DF5DF91}" srcOrd="0" destOrd="0" presId="urn:microsoft.com/office/officeart/2005/8/layout/chevron2"/>
    <dgm:cxn modelId="{53C4823F-6619-4C04-9273-82739CD63E38}" srcId="{54657974-FA66-4B39-A82E-2839BEF14ABF}" destId="{A1987651-0AE1-4978-99FF-F57EA265FD6C}" srcOrd="7" destOrd="0" parTransId="{6318C311-B996-4E45-9225-BA5F9F282073}" sibTransId="{3059E792-A8CC-4B9E-8565-1861C19C9446}"/>
    <dgm:cxn modelId="{153FE4C8-2D8C-4437-BFA6-FA8FABB42CF4}" srcId="{EB238346-42E2-49A7-B5EA-1106E3816855}" destId="{47AC17B9-33C3-404E-A6A1-0A3F1B60FD70}" srcOrd="0" destOrd="0" parTransId="{AF430148-2085-4CCF-8921-724B7B1BC022}" sibTransId="{41C4A5C1-B428-46E5-8482-A048F09EEABB}"/>
    <dgm:cxn modelId="{93A0FD2F-585E-41AA-A9E9-56C153EA3BF6}" srcId="{F9286A90-EB7B-41D6-AD17-78BF69474633}" destId="{E575919F-BE9B-443B-A4C4-79B45DED1C83}" srcOrd="0" destOrd="0" parTransId="{CDF109F5-92BE-4B72-9FF8-52E3BE8FA33D}" sibTransId="{16EDE9A5-3F60-4994-9C4F-5D466F78CCE2}"/>
    <dgm:cxn modelId="{854F0343-2EF1-4F62-9ADD-B56EA0A634F4}" type="presOf" srcId="{947D4A5C-5090-4013-8E70-0BEC4530B77F}" destId="{7C6DCAD4-7F38-47C5-A3C5-117F87830167}" srcOrd="0" destOrd="0" presId="urn:microsoft.com/office/officeart/2005/8/layout/chevron2"/>
    <dgm:cxn modelId="{17EF3F33-21CC-4272-A155-013D201B1E8D}" type="presOf" srcId="{EDA476F1-48A4-47DD-A1E6-9FD1D7EC6498}" destId="{EC120379-6DC0-4F92-B5B5-321D77681911}" srcOrd="0" destOrd="0" presId="urn:microsoft.com/office/officeart/2005/8/layout/chevron2"/>
    <dgm:cxn modelId="{E3E5B73D-E1E3-4404-90F9-0C52730B7D15}" srcId="{54657974-FA66-4B39-A82E-2839BEF14ABF}" destId="{EDA476F1-48A4-47DD-A1E6-9FD1D7EC6498}" srcOrd="5" destOrd="0" parTransId="{6125DECC-3EBC-4E11-98DE-56652117867C}" sibTransId="{758645F1-FC66-45C6-8808-A7D7D6C500E6}"/>
    <dgm:cxn modelId="{39120404-970E-437B-AB30-D582360CBFA0}" type="presOf" srcId="{96705A64-BA91-467E-A823-78C5F60B641E}" destId="{89C49B1E-D09F-4086-8A5F-D75DA1EB4266}" srcOrd="0" destOrd="0" presId="urn:microsoft.com/office/officeart/2005/8/layout/chevron2"/>
    <dgm:cxn modelId="{3258463D-FDED-42C5-9EDE-5B0ABF768749}" type="presOf" srcId="{A1987651-0AE1-4978-99FF-F57EA265FD6C}" destId="{7AC3325F-9A63-4C3B-BFD3-188D786BA594}" srcOrd="0" destOrd="0" presId="urn:microsoft.com/office/officeart/2005/8/layout/chevron2"/>
    <dgm:cxn modelId="{CAE8960C-6EF9-492C-AF36-54C88426EED7}" type="presOf" srcId="{54657974-FA66-4B39-A82E-2839BEF14ABF}" destId="{5D0FEE98-1467-40A8-9E6B-A2E5749739AE}" srcOrd="0" destOrd="0" presId="urn:microsoft.com/office/officeart/2005/8/layout/chevron2"/>
    <dgm:cxn modelId="{E1234C29-2C2B-4048-A0B7-A807A2C1F1C5}" srcId="{54657974-FA66-4B39-A82E-2839BEF14ABF}" destId="{947D4A5C-5090-4013-8E70-0BEC4530B77F}" srcOrd="2" destOrd="0" parTransId="{C4503828-A73C-48B8-839F-F1A8F2A7A73E}" sibTransId="{5D82E902-CBF1-4824-AD78-18F68FB189C1}"/>
    <dgm:cxn modelId="{F2CE8E6E-B280-4E55-826C-3FA63A8766F6}" srcId="{F43F076F-B1F5-4742-AFD7-80725BBCD8BB}" destId="{82255ED3-0133-4187-8220-6BAB8D50BD23}" srcOrd="0" destOrd="0" parTransId="{6710C5EA-E52E-49E8-BDC3-96CCD37E52CC}" sibTransId="{10C6E65B-4970-4C37-BCD8-07E148C31A47}"/>
    <dgm:cxn modelId="{1C960005-83C4-4E09-92BC-2E4D2C9012E7}" type="presParOf" srcId="{5D0FEE98-1467-40A8-9E6B-A2E5749739AE}" destId="{9C1E5376-DACA-4709-800B-5B489B32D61A}" srcOrd="0" destOrd="0" presId="urn:microsoft.com/office/officeart/2005/8/layout/chevron2"/>
    <dgm:cxn modelId="{4131E6D6-895F-46B6-802B-858735E085B7}" type="presParOf" srcId="{9C1E5376-DACA-4709-800B-5B489B32D61A}" destId="{68B10F74-0204-441D-AF09-6E3816E381D8}" srcOrd="0" destOrd="0" presId="urn:microsoft.com/office/officeart/2005/8/layout/chevron2"/>
    <dgm:cxn modelId="{2FB3AC4A-A9F3-4245-B4A9-BA629A08E175}" type="presParOf" srcId="{9C1E5376-DACA-4709-800B-5B489B32D61A}" destId="{AF0E1920-1298-4D07-80F8-031A7D5564F4}" srcOrd="1" destOrd="0" presId="urn:microsoft.com/office/officeart/2005/8/layout/chevron2"/>
    <dgm:cxn modelId="{9DCE314C-8E8A-42BF-99F7-80D3DC139E26}" type="presParOf" srcId="{5D0FEE98-1467-40A8-9E6B-A2E5749739AE}" destId="{6725846A-38B2-4681-8359-4D27EA213EC0}" srcOrd="1" destOrd="0" presId="urn:microsoft.com/office/officeart/2005/8/layout/chevron2"/>
    <dgm:cxn modelId="{1E7FE761-AB57-4BBD-BE3A-0FAAEECEDB0A}" type="presParOf" srcId="{5D0FEE98-1467-40A8-9E6B-A2E5749739AE}" destId="{A022AD99-3F71-40C8-9DF2-0543CF0A72D6}" srcOrd="2" destOrd="0" presId="urn:microsoft.com/office/officeart/2005/8/layout/chevron2"/>
    <dgm:cxn modelId="{CE28895B-795D-4E55-99F3-388395E95CE9}" type="presParOf" srcId="{A022AD99-3F71-40C8-9DF2-0543CF0A72D6}" destId="{AAA365E6-C152-4CC1-B471-BC900DF5DF91}" srcOrd="0" destOrd="0" presId="urn:microsoft.com/office/officeart/2005/8/layout/chevron2"/>
    <dgm:cxn modelId="{BBA57E38-747A-4AC9-8EFA-7D52AF3797B6}" type="presParOf" srcId="{A022AD99-3F71-40C8-9DF2-0543CF0A72D6}" destId="{F8F8081B-EBD4-4619-80EC-96CC32DA3B5A}" srcOrd="1" destOrd="0" presId="urn:microsoft.com/office/officeart/2005/8/layout/chevron2"/>
    <dgm:cxn modelId="{9B2FF3AB-B320-480F-AD2F-AD2C661D86D7}" type="presParOf" srcId="{5D0FEE98-1467-40A8-9E6B-A2E5749739AE}" destId="{5C6DBCA5-ED8D-4E6F-A3CC-8F66EBCF908F}" srcOrd="3" destOrd="0" presId="urn:microsoft.com/office/officeart/2005/8/layout/chevron2"/>
    <dgm:cxn modelId="{73C3F18F-91A3-41AF-B15D-C03BC61898A8}" type="presParOf" srcId="{5D0FEE98-1467-40A8-9E6B-A2E5749739AE}" destId="{9D4989FC-5AC9-4929-A1AF-6DD96F057608}" srcOrd="4" destOrd="0" presId="urn:microsoft.com/office/officeart/2005/8/layout/chevron2"/>
    <dgm:cxn modelId="{F2B18434-59AA-4B15-A94B-FC9C038BE50A}" type="presParOf" srcId="{9D4989FC-5AC9-4929-A1AF-6DD96F057608}" destId="{7C6DCAD4-7F38-47C5-A3C5-117F87830167}" srcOrd="0" destOrd="0" presId="urn:microsoft.com/office/officeart/2005/8/layout/chevron2"/>
    <dgm:cxn modelId="{E20842D1-EC90-4786-AFA6-EA5FE6DD38BB}" type="presParOf" srcId="{9D4989FC-5AC9-4929-A1AF-6DD96F057608}" destId="{3C2AD04F-24A8-4BD9-9468-30FEC7E4895C}" srcOrd="1" destOrd="0" presId="urn:microsoft.com/office/officeart/2005/8/layout/chevron2"/>
    <dgm:cxn modelId="{E7F3EA19-1DC8-4FBD-848D-393F5D5B0FB2}" type="presParOf" srcId="{5D0FEE98-1467-40A8-9E6B-A2E5749739AE}" destId="{8BB9B871-4E76-4AE6-9410-43A3E310DE4C}" srcOrd="5" destOrd="0" presId="urn:microsoft.com/office/officeart/2005/8/layout/chevron2"/>
    <dgm:cxn modelId="{6CF52934-D688-4D77-A1A4-129822BE299D}" type="presParOf" srcId="{5D0FEE98-1467-40A8-9E6B-A2E5749739AE}" destId="{7EC5A8AA-B715-4B7A-96E8-5CD1B30DBA29}" srcOrd="6" destOrd="0" presId="urn:microsoft.com/office/officeart/2005/8/layout/chevron2"/>
    <dgm:cxn modelId="{FA28A919-A9B7-4B88-B2C6-C64402805949}" type="presParOf" srcId="{7EC5A8AA-B715-4B7A-96E8-5CD1B30DBA29}" destId="{5541DDF5-86CB-4726-99BF-4A3B3DEE5706}" srcOrd="0" destOrd="0" presId="urn:microsoft.com/office/officeart/2005/8/layout/chevron2"/>
    <dgm:cxn modelId="{CD56BD69-D00D-4FD2-88B6-5616E112E33C}" type="presParOf" srcId="{7EC5A8AA-B715-4B7A-96E8-5CD1B30DBA29}" destId="{5405755C-2E9C-4862-8D5C-4D9AD1CBAD31}" srcOrd="1" destOrd="0" presId="urn:microsoft.com/office/officeart/2005/8/layout/chevron2"/>
    <dgm:cxn modelId="{85D39074-74A0-4764-9269-DE6889770562}" type="presParOf" srcId="{5D0FEE98-1467-40A8-9E6B-A2E5749739AE}" destId="{4677B15C-18CB-4B3E-865D-197DB5688125}" srcOrd="7" destOrd="0" presId="urn:microsoft.com/office/officeart/2005/8/layout/chevron2"/>
    <dgm:cxn modelId="{FEBA5643-EBD7-4E59-8326-AF56DEB197FC}" type="presParOf" srcId="{5D0FEE98-1467-40A8-9E6B-A2E5749739AE}" destId="{12BB1147-5CAA-459C-9C8E-37DDB5E30F9D}" srcOrd="8" destOrd="0" presId="urn:microsoft.com/office/officeart/2005/8/layout/chevron2"/>
    <dgm:cxn modelId="{32F7DCBF-2FD5-4224-A2F7-7DE9813DA673}" type="presParOf" srcId="{12BB1147-5CAA-459C-9C8E-37DDB5E30F9D}" destId="{803D2637-6702-4B00-9628-B0C10562C5D6}" srcOrd="0" destOrd="0" presId="urn:microsoft.com/office/officeart/2005/8/layout/chevron2"/>
    <dgm:cxn modelId="{029BC820-26E8-4EB7-ADE7-5FCC5A678CF7}" type="presParOf" srcId="{12BB1147-5CAA-459C-9C8E-37DDB5E30F9D}" destId="{2BAFBDF5-9663-41CC-B45B-26D3AD2CF0A6}" srcOrd="1" destOrd="0" presId="urn:microsoft.com/office/officeart/2005/8/layout/chevron2"/>
    <dgm:cxn modelId="{9601B279-6114-40F7-A555-F075E82302E8}" type="presParOf" srcId="{5D0FEE98-1467-40A8-9E6B-A2E5749739AE}" destId="{5BF175A1-0B6C-4110-841C-436E82211627}" srcOrd="9" destOrd="0" presId="urn:microsoft.com/office/officeart/2005/8/layout/chevron2"/>
    <dgm:cxn modelId="{52FC39ED-FCDD-4E57-A50E-FC56A0C817A4}" type="presParOf" srcId="{5D0FEE98-1467-40A8-9E6B-A2E5749739AE}" destId="{04A979CE-47F8-4148-840F-6FF9E9A81A0C}" srcOrd="10" destOrd="0" presId="urn:microsoft.com/office/officeart/2005/8/layout/chevron2"/>
    <dgm:cxn modelId="{2286FFAB-8B06-43A2-8769-11B22D5D7597}" type="presParOf" srcId="{04A979CE-47F8-4148-840F-6FF9E9A81A0C}" destId="{EC120379-6DC0-4F92-B5B5-321D77681911}" srcOrd="0" destOrd="0" presId="urn:microsoft.com/office/officeart/2005/8/layout/chevron2"/>
    <dgm:cxn modelId="{739935E5-E184-4206-AE2F-FFD49230590F}" type="presParOf" srcId="{04A979CE-47F8-4148-840F-6FF9E9A81A0C}" destId="{89C49B1E-D09F-4086-8A5F-D75DA1EB4266}" srcOrd="1" destOrd="0" presId="urn:microsoft.com/office/officeart/2005/8/layout/chevron2"/>
    <dgm:cxn modelId="{BD4D0396-D44E-4AB5-B643-4D1E1846C2F9}" type="presParOf" srcId="{5D0FEE98-1467-40A8-9E6B-A2E5749739AE}" destId="{C5720D62-6EEF-46B6-8EBF-243D7790A5A2}" srcOrd="11" destOrd="0" presId="urn:microsoft.com/office/officeart/2005/8/layout/chevron2"/>
    <dgm:cxn modelId="{7A5FB1DD-A253-4C19-8D73-260C452DC143}" type="presParOf" srcId="{5D0FEE98-1467-40A8-9E6B-A2E5749739AE}" destId="{C995A44F-B875-4207-B36A-3588A282BFD8}" srcOrd="12" destOrd="0" presId="urn:microsoft.com/office/officeart/2005/8/layout/chevron2"/>
    <dgm:cxn modelId="{26AB85F3-FCA9-4D2D-A12F-8ABCF9225047}" type="presParOf" srcId="{C995A44F-B875-4207-B36A-3588A282BFD8}" destId="{F9368154-E206-4434-8FB2-DB77E6F06C8F}" srcOrd="0" destOrd="0" presId="urn:microsoft.com/office/officeart/2005/8/layout/chevron2"/>
    <dgm:cxn modelId="{2C74B2FD-D5E7-41A7-8C88-0613951ED666}" type="presParOf" srcId="{C995A44F-B875-4207-B36A-3588A282BFD8}" destId="{80869EB5-F564-44A9-81F4-D4FAEF229374}" srcOrd="1" destOrd="0" presId="urn:microsoft.com/office/officeart/2005/8/layout/chevron2"/>
    <dgm:cxn modelId="{0D7618A1-8325-4059-97C3-4A45421EE438}" type="presParOf" srcId="{5D0FEE98-1467-40A8-9E6B-A2E5749739AE}" destId="{26F1CAE1-FBD2-4A36-A7C7-141C26740D42}" srcOrd="13" destOrd="0" presId="urn:microsoft.com/office/officeart/2005/8/layout/chevron2"/>
    <dgm:cxn modelId="{AD880CD2-24EC-4418-BF94-31F2A28FA9A5}" type="presParOf" srcId="{5D0FEE98-1467-40A8-9E6B-A2E5749739AE}" destId="{EDD3BF8A-2D3F-4DF1-BB02-3FD9CDAD43FE}" srcOrd="14" destOrd="0" presId="urn:microsoft.com/office/officeart/2005/8/layout/chevron2"/>
    <dgm:cxn modelId="{2BB2DA2D-74F3-49F7-83E0-7E1C4355A864}" type="presParOf" srcId="{EDD3BF8A-2D3F-4DF1-BB02-3FD9CDAD43FE}" destId="{7AC3325F-9A63-4C3B-BFD3-188D786BA594}" srcOrd="0" destOrd="0" presId="urn:microsoft.com/office/officeart/2005/8/layout/chevron2"/>
    <dgm:cxn modelId="{89C4AD58-2396-4BE6-BBB7-7F02C893BBB4}" type="presParOf" srcId="{EDD3BF8A-2D3F-4DF1-BB02-3FD9CDAD43FE}" destId="{07EC4052-C9E8-411F-A4B0-A9E0A1E463B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AB8A3E-C065-4109-946E-98AFBE819DB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58A1AA1-781A-499D-AB37-D19E072AB35F}">
      <dgm:prSet phldrT="[Text]"/>
      <dgm:spPr/>
      <dgm:t>
        <a:bodyPr/>
        <a:lstStyle/>
        <a:p>
          <a:r>
            <a:rPr lang="en-US" dirty="0" err="1" smtClean="0"/>
            <a:t>Kebutuhan</a:t>
          </a:r>
          <a:r>
            <a:rPr lang="en-US" dirty="0" smtClean="0"/>
            <a:t> </a:t>
          </a:r>
          <a:r>
            <a:rPr lang="en-US" dirty="0" err="1" smtClean="0"/>
            <a:t>perubahan</a:t>
          </a:r>
          <a:r>
            <a:rPr lang="en-US" dirty="0" smtClean="0"/>
            <a:t> </a:t>
          </a:r>
          <a:r>
            <a:rPr lang="en-US" dirty="0" err="1" smtClean="0"/>
            <a:t>teknologi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operasional</a:t>
          </a:r>
          <a:r>
            <a:rPr lang="en-US" dirty="0" smtClean="0"/>
            <a:t> </a:t>
          </a:r>
          <a:r>
            <a:rPr lang="en-US" dirty="0" err="1" smtClean="0"/>
            <a:t>perusahaan</a:t>
          </a:r>
          <a:r>
            <a:rPr lang="en-US" dirty="0" smtClean="0"/>
            <a:t> yang </a:t>
          </a:r>
          <a:r>
            <a:rPr lang="en-US" dirty="0" err="1" smtClean="0"/>
            <a:t>semakin</a:t>
          </a:r>
          <a:r>
            <a:rPr lang="en-US" dirty="0" smtClean="0"/>
            <a:t> </a:t>
          </a:r>
          <a:r>
            <a:rPr lang="en-US" dirty="0" err="1" smtClean="0"/>
            <a:t>kompleks</a:t>
          </a:r>
          <a:endParaRPr lang="en-US" dirty="0"/>
        </a:p>
      </dgm:t>
    </dgm:pt>
    <dgm:pt modelId="{FC96E7BE-3F8B-4D69-8BFD-83FBA5C26D8E}" type="parTrans" cxnId="{4EFBA906-72AC-44FC-B2D1-362EBAC0B682}">
      <dgm:prSet/>
      <dgm:spPr/>
      <dgm:t>
        <a:bodyPr/>
        <a:lstStyle/>
        <a:p>
          <a:endParaRPr lang="en-US"/>
        </a:p>
      </dgm:t>
    </dgm:pt>
    <dgm:pt modelId="{201F02D7-DD7B-4E4D-80CC-DECE09C580D1}" type="sibTrans" cxnId="{4EFBA906-72AC-44FC-B2D1-362EBAC0B682}">
      <dgm:prSet/>
      <dgm:spPr/>
      <dgm:t>
        <a:bodyPr/>
        <a:lstStyle/>
        <a:p>
          <a:endParaRPr lang="en-US"/>
        </a:p>
      </dgm:t>
    </dgm:pt>
    <dgm:pt modelId="{7C581C1F-A7EA-462B-AEBA-978453B6A5A1}">
      <dgm:prSet phldrT="[Text]"/>
      <dgm:spPr/>
      <dgm:t>
        <a:bodyPr/>
        <a:lstStyle/>
        <a:p>
          <a:r>
            <a:rPr lang="en-US" dirty="0" err="1" smtClean="0"/>
            <a:t>Kebutuhan</a:t>
          </a:r>
          <a:r>
            <a:rPr lang="en-US" dirty="0" smtClean="0"/>
            <a:t> </a:t>
          </a:r>
          <a:r>
            <a:rPr lang="en-US" dirty="0" err="1" smtClean="0"/>
            <a:t>akan</a:t>
          </a:r>
          <a:r>
            <a:rPr lang="en-US" dirty="0" smtClean="0"/>
            <a:t> </a:t>
          </a:r>
          <a:r>
            <a:rPr lang="en-US" dirty="0" err="1" smtClean="0"/>
            <a:t>keakuratan</a:t>
          </a:r>
          <a:r>
            <a:rPr lang="en-US" dirty="0" smtClean="0"/>
            <a:t>, </a:t>
          </a:r>
          <a:r>
            <a:rPr lang="en-US" dirty="0" err="1" smtClean="0"/>
            <a:t>kecepatan</a:t>
          </a:r>
          <a:r>
            <a:rPr lang="en-US" dirty="0" smtClean="0"/>
            <a:t>, </a:t>
          </a:r>
          <a:r>
            <a:rPr lang="en-US" dirty="0" err="1" smtClean="0"/>
            <a:t>efektifitas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efisiensi</a:t>
          </a:r>
          <a:r>
            <a:rPr lang="en-US" dirty="0" smtClean="0"/>
            <a:t> </a:t>
          </a:r>
          <a:r>
            <a:rPr lang="en-US" dirty="0" err="1" smtClean="0"/>
            <a:t>dari</a:t>
          </a:r>
          <a:r>
            <a:rPr lang="en-US" dirty="0" smtClean="0"/>
            <a:t> </a:t>
          </a:r>
          <a:r>
            <a:rPr lang="en-US" dirty="0" err="1" smtClean="0"/>
            <a:t>setiap</a:t>
          </a:r>
          <a:r>
            <a:rPr lang="en-US" dirty="0" smtClean="0"/>
            <a:t> proses.</a:t>
          </a:r>
          <a:endParaRPr lang="en-US" dirty="0"/>
        </a:p>
      </dgm:t>
    </dgm:pt>
    <dgm:pt modelId="{55E4F927-365A-456E-84EE-152E8D244036}" type="parTrans" cxnId="{0DEEFD31-1AB7-439C-B3BC-3790CE6E4EFF}">
      <dgm:prSet/>
      <dgm:spPr/>
      <dgm:t>
        <a:bodyPr/>
        <a:lstStyle/>
        <a:p>
          <a:endParaRPr lang="en-US"/>
        </a:p>
      </dgm:t>
    </dgm:pt>
    <dgm:pt modelId="{4D5236E0-6E9C-4A89-8F0C-8DCA432C7E8E}" type="sibTrans" cxnId="{0DEEFD31-1AB7-439C-B3BC-3790CE6E4EFF}">
      <dgm:prSet/>
      <dgm:spPr/>
      <dgm:t>
        <a:bodyPr/>
        <a:lstStyle/>
        <a:p>
          <a:endParaRPr lang="en-US"/>
        </a:p>
      </dgm:t>
    </dgm:pt>
    <dgm:pt modelId="{6D045634-B607-482D-B541-ADD06FAC21DE}" type="pres">
      <dgm:prSet presAssocID="{D0AB8A3E-C065-4109-946E-98AFBE819DB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74E59C3F-BA56-4D3F-8922-AB5AB3C75ECA}" type="pres">
      <dgm:prSet presAssocID="{D0AB8A3E-C065-4109-946E-98AFBE819DB3}" presName="Name1" presStyleCnt="0"/>
      <dgm:spPr/>
    </dgm:pt>
    <dgm:pt modelId="{81D94975-FEC9-41B2-BAB6-1FE29ED99F37}" type="pres">
      <dgm:prSet presAssocID="{D0AB8A3E-C065-4109-946E-98AFBE819DB3}" presName="cycle" presStyleCnt="0"/>
      <dgm:spPr/>
    </dgm:pt>
    <dgm:pt modelId="{727F7006-31B5-4B28-B965-81B45808D8F3}" type="pres">
      <dgm:prSet presAssocID="{D0AB8A3E-C065-4109-946E-98AFBE819DB3}" presName="srcNode" presStyleLbl="node1" presStyleIdx="0" presStyleCnt="2"/>
      <dgm:spPr/>
    </dgm:pt>
    <dgm:pt modelId="{AAB1DA8A-833C-4303-87D7-ECC2DF1D98D6}" type="pres">
      <dgm:prSet presAssocID="{D0AB8A3E-C065-4109-946E-98AFBE819DB3}" presName="conn" presStyleLbl="parChTrans1D2" presStyleIdx="0" presStyleCnt="1"/>
      <dgm:spPr/>
      <dgm:t>
        <a:bodyPr/>
        <a:lstStyle/>
        <a:p>
          <a:endParaRPr lang="en-US"/>
        </a:p>
      </dgm:t>
    </dgm:pt>
    <dgm:pt modelId="{F1EF5E49-A0AE-4BBB-B589-616677067FF7}" type="pres">
      <dgm:prSet presAssocID="{D0AB8A3E-C065-4109-946E-98AFBE819DB3}" presName="extraNode" presStyleLbl="node1" presStyleIdx="0" presStyleCnt="2"/>
      <dgm:spPr/>
    </dgm:pt>
    <dgm:pt modelId="{B1136EEF-B4CF-4A31-9A57-CA4F3A78087E}" type="pres">
      <dgm:prSet presAssocID="{D0AB8A3E-C065-4109-946E-98AFBE819DB3}" presName="dstNode" presStyleLbl="node1" presStyleIdx="0" presStyleCnt="2"/>
      <dgm:spPr/>
    </dgm:pt>
    <dgm:pt modelId="{719125C5-E815-4D6F-83E4-B5CC190BDAB0}" type="pres">
      <dgm:prSet presAssocID="{658A1AA1-781A-499D-AB37-D19E072AB35F}" presName="text_1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38314E-4867-487A-835E-2C459DB3E01F}" type="pres">
      <dgm:prSet presAssocID="{658A1AA1-781A-499D-AB37-D19E072AB35F}" presName="accent_1" presStyleCnt="0"/>
      <dgm:spPr/>
    </dgm:pt>
    <dgm:pt modelId="{3B2CAF78-B440-4B05-9F9A-734AA1BCBEE6}" type="pres">
      <dgm:prSet presAssocID="{658A1AA1-781A-499D-AB37-D19E072AB35F}" presName="accentRepeatNode" presStyleLbl="solidFgAcc1" presStyleIdx="0" presStyleCnt="2"/>
      <dgm:spPr/>
    </dgm:pt>
    <dgm:pt modelId="{597490FB-4A2A-4767-BC44-4EF088D7E889}" type="pres">
      <dgm:prSet presAssocID="{7C581C1F-A7EA-462B-AEBA-978453B6A5A1}" presName="text_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433337-4F15-4DF7-9C7A-7CEE2888C30E}" type="pres">
      <dgm:prSet presAssocID="{7C581C1F-A7EA-462B-AEBA-978453B6A5A1}" presName="accent_2" presStyleCnt="0"/>
      <dgm:spPr/>
    </dgm:pt>
    <dgm:pt modelId="{77B82CBA-18D4-4D35-AE0C-B06689B1B86C}" type="pres">
      <dgm:prSet presAssocID="{7C581C1F-A7EA-462B-AEBA-978453B6A5A1}" presName="accentRepeatNode" presStyleLbl="solidFgAcc1" presStyleIdx="1" presStyleCnt="2"/>
      <dgm:spPr/>
    </dgm:pt>
  </dgm:ptLst>
  <dgm:cxnLst>
    <dgm:cxn modelId="{492CAA78-7625-48CF-BB2A-1E3F77078099}" type="presOf" srcId="{D0AB8A3E-C065-4109-946E-98AFBE819DB3}" destId="{6D045634-B607-482D-B541-ADD06FAC21DE}" srcOrd="0" destOrd="0" presId="urn:microsoft.com/office/officeart/2008/layout/VerticalCurvedList"/>
    <dgm:cxn modelId="{2E01F796-3EB6-4BF1-A9FC-A1AF0133A162}" type="presOf" srcId="{7C581C1F-A7EA-462B-AEBA-978453B6A5A1}" destId="{597490FB-4A2A-4767-BC44-4EF088D7E889}" srcOrd="0" destOrd="0" presId="urn:microsoft.com/office/officeart/2008/layout/VerticalCurvedList"/>
    <dgm:cxn modelId="{0DEEFD31-1AB7-439C-B3BC-3790CE6E4EFF}" srcId="{D0AB8A3E-C065-4109-946E-98AFBE819DB3}" destId="{7C581C1F-A7EA-462B-AEBA-978453B6A5A1}" srcOrd="1" destOrd="0" parTransId="{55E4F927-365A-456E-84EE-152E8D244036}" sibTransId="{4D5236E0-6E9C-4A89-8F0C-8DCA432C7E8E}"/>
    <dgm:cxn modelId="{4EFBA906-72AC-44FC-B2D1-362EBAC0B682}" srcId="{D0AB8A3E-C065-4109-946E-98AFBE819DB3}" destId="{658A1AA1-781A-499D-AB37-D19E072AB35F}" srcOrd="0" destOrd="0" parTransId="{FC96E7BE-3F8B-4D69-8BFD-83FBA5C26D8E}" sibTransId="{201F02D7-DD7B-4E4D-80CC-DECE09C580D1}"/>
    <dgm:cxn modelId="{7A522C65-70CD-4B30-BB7E-2EF96B2747D9}" type="presOf" srcId="{658A1AA1-781A-499D-AB37-D19E072AB35F}" destId="{719125C5-E815-4D6F-83E4-B5CC190BDAB0}" srcOrd="0" destOrd="0" presId="urn:microsoft.com/office/officeart/2008/layout/VerticalCurvedList"/>
    <dgm:cxn modelId="{0311BF78-EACA-4B01-8151-F48C3630D587}" type="presOf" srcId="{201F02D7-DD7B-4E4D-80CC-DECE09C580D1}" destId="{AAB1DA8A-833C-4303-87D7-ECC2DF1D98D6}" srcOrd="0" destOrd="0" presId="urn:microsoft.com/office/officeart/2008/layout/VerticalCurvedList"/>
    <dgm:cxn modelId="{946B0602-0F65-4328-A9D6-8CB07E66D3C3}" type="presParOf" srcId="{6D045634-B607-482D-B541-ADD06FAC21DE}" destId="{74E59C3F-BA56-4D3F-8922-AB5AB3C75ECA}" srcOrd="0" destOrd="0" presId="urn:microsoft.com/office/officeart/2008/layout/VerticalCurvedList"/>
    <dgm:cxn modelId="{68FD11C0-6E4A-4DA4-9A07-93B2D280FDB2}" type="presParOf" srcId="{74E59C3F-BA56-4D3F-8922-AB5AB3C75ECA}" destId="{81D94975-FEC9-41B2-BAB6-1FE29ED99F37}" srcOrd="0" destOrd="0" presId="urn:microsoft.com/office/officeart/2008/layout/VerticalCurvedList"/>
    <dgm:cxn modelId="{97C02912-386C-4687-9A4A-68449E4A1199}" type="presParOf" srcId="{81D94975-FEC9-41B2-BAB6-1FE29ED99F37}" destId="{727F7006-31B5-4B28-B965-81B45808D8F3}" srcOrd="0" destOrd="0" presId="urn:microsoft.com/office/officeart/2008/layout/VerticalCurvedList"/>
    <dgm:cxn modelId="{13F28C00-075F-46F0-AF67-2995D438F20E}" type="presParOf" srcId="{81D94975-FEC9-41B2-BAB6-1FE29ED99F37}" destId="{AAB1DA8A-833C-4303-87D7-ECC2DF1D98D6}" srcOrd="1" destOrd="0" presId="urn:microsoft.com/office/officeart/2008/layout/VerticalCurvedList"/>
    <dgm:cxn modelId="{B7B5864F-A74B-41F7-9896-7C9609810557}" type="presParOf" srcId="{81D94975-FEC9-41B2-BAB6-1FE29ED99F37}" destId="{F1EF5E49-A0AE-4BBB-B589-616677067FF7}" srcOrd="2" destOrd="0" presId="urn:microsoft.com/office/officeart/2008/layout/VerticalCurvedList"/>
    <dgm:cxn modelId="{5018407C-D64E-4FEF-80DF-2045BE06B66C}" type="presParOf" srcId="{81D94975-FEC9-41B2-BAB6-1FE29ED99F37}" destId="{B1136EEF-B4CF-4A31-9A57-CA4F3A78087E}" srcOrd="3" destOrd="0" presId="urn:microsoft.com/office/officeart/2008/layout/VerticalCurvedList"/>
    <dgm:cxn modelId="{FD8B2C52-0518-4320-8504-4D229593B498}" type="presParOf" srcId="{74E59C3F-BA56-4D3F-8922-AB5AB3C75ECA}" destId="{719125C5-E815-4D6F-83E4-B5CC190BDAB0}" srcOrd="1" destOrd="0" presId="urn:microsoft.com/office/officeart/2008/layout/VerticalCurvedList"/>
    <dgm:cxn modelId="{72035B59-C3BE-4D0F-A93C-EB9176C862C5}" type="presParOf" srcId="{74E59C3F-BA56-4D3F-8922-AB5AB3C75ECA}" destId="{8938314E-4867-487A-835E-2C459DB3E01F}" srcOrd="2" destOrd="0" presId="urn:microsoft.com/office/officeart/2008/layout/VerticalCurvedList"/>
    <dgm:cxn modelId="{FCC30BFE-7B0D-4847-A113-D3F486CACEAA}" type="presParOf" srcId="{8938314E-4867-487A-835E-2C459DB3E01F}" destId="{3B2CAF78-B440-4B05-9F9A-734AA1BCBEE6}" srcOrd="0" destOrd="0" presId="urn:microsoft.com/office/officeart/2008/layout/VerticalCurvedList"/>
    <dgm:cxn modelId="{875EE7F3-6EE2-41BA-AA99-DD5E150856B9}" type="presParOf" srcId="{74E59C3F-BA56-4D3F-8922-AB5AB3C75ECA}" destId="{597490FB-4A2A-4767-BC44-4EF088D7E889}" srcOrd="3" destOrd="0" presId="urn:microsoft.com/office/officeart/2008/layout/VerticalCurvedList"/>
    <dgm:cxn modelId="{4F136D60-750E-4321-94A3-8A60E82C5EBC}" type="presParOf" srcId="{74E59C3F-BA56-4D3F-8922-AB5AB3C75ECA}" destId="{19433337-4F15-4DF7-9C7A-7CEE2888C30E}" srcOrd="4" destOrd="0" presId="urn:microsoft.com/office/officeart/2008/layout/VerticalCurvedList"/>
    <dgm:cxn modelId="{044A4E43-1611-484B-B358-08D7328701E2}" type="presParOf" srcId="{19433337-4F15-4DF7-9C7A-7CEE2888C30E}" destId="{77B82CBA-18D4-4D35-AE0C-B06689B1B86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FFAD67-22AA-4DAB-B115-907FCE4C2775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E009B4-5977-40CD-AF78-FD75D4E5D3EE}">
      <dgm:prSet phldrT="[Text]"/>
      <dgm:spPr/>
      <dgm:t>
        <a:bodyPr/>
        <a:lstStyle/>
        <a:p>
          <a:r>
            <a:rPr lang="en-US" dirty="0" smtClean="0"/>
            <a:t>Support for cutting cost</a:t>
          </a:r>
          <a:endParaRPr lang="en-US" dirty="0"/>
        </a:p>
      </dgm:t>
    </dgm:pt>
    <dgm:pt modelId="{34C7051B-DE9B-471C-B843-54DBA8AD667A}" type="parTrans" cxnId="{FCF79199-558C-42A6-B159-8F5C8FD50487}">
      <dgm:prSet/>
      <dgm:spPr/>
      <dgm:t>
        <a:bodyPr/>
        <a:lstStyle/>
        <a:p>
          <a:endParaRPr lang="en-US"/>
        </a:p>
      </dgm:t>
    </dgm:pt>
    <dgm:pt modelId="{C39D7F27-1B39-46E5-90BF-901BE7E97E31}" type="sibTrans" cxnId="{FCF79199-558C-42A6-B159-8F5C8FD50487}">
      <dgm:prSet/>
      <dgm:spPr/>
      <dgm:t>
        <a:bodyPr/>
        <a:lstStyle/>
        <a:p>
          <a:endParaRPr lang="en-US"/>
        </a:p>
      </dgm:t>
    </dgm:pt>
    <dgm:pt modelId="{DEBCB35B-895E-4846-BEE4-AA22A679D056}">
      <dgm:prSet phldrT="[Text]"/>
      <dgm:spPr/>
      <dgm:t>
        <a:bodyPr/>
        <a:lstStyle/>
        <a:p>
          <a:r>
            <a:rPr lang="en-US" dirty="0" smtClean="0"/>
            <a:t>Get new access for the new market area</a:t>
          </a:r>
          <a:endParaRPr lang="en-US" dirty="0"/>
        </a:p>
      </dgm:t>
    </dgm:pt>
    <dgm:pt modelId="{0CBE1C3A-099F-478F-AF14-C045000071AC}" type="parTrans" cxnId="{6B3DF156-246B-41F2-B9E6-ABAF4A7B1FF0}">
      <dgm:prSet/>
      <dgm:spPr/>
      <dgm:t>
        <a:bodyPr/>
        <a:lstStyle/>
        <a:p>
          <a:endParaRPr lang="en-US"/>
        </a:p>
      </dgm:t>
    </dgm:pt>
    <dgm:pt modelId="{B3B7CA3D-53E3-4D2C-8BDF-E146E7F47654}" type="sibTrans" cxnId="{6B3DF156-246B-41F2-B9E6-ABAF4A7B1FF0}">
      <dgm:prSet/>
      <dgm:spPr/>
      <dgm:t>
        <a:bodyPr/>
        <a:lstStyle/>
        <a:p>
          <a:endParaRPr lang="en-US"/>
        </a:p>
      </dgm:t>
    </dgm:pt>
    <dgm:pt modelId="{1E6FC393-108F-4FE5-A3CD-04256DF9043D}">
      <dgm:prSet phldrT="[Text]"/>
      <dgm:spPr/>
      <dgm:t>
        <a:bodyPr/>
        <a:lstStyle/>
        <a:p>
          <a:r>
            <a:rPr lang="en-US" dirty="0" smtClean="0"/>
            <a:t>Get new access for new resources</a:t>
          </a:r>
          <a:endParaRPr lang="en-US" dirty="0"/>
        </a:p>
      </dgm:t>
    </dgm:pt>
    <dgm:pt modelId="{0F207F38-38B8-4504-90D7-FDA7E8484E08}" type="parTrans" cxnId="{18861594-0BB3-45AF-B81C-C02F0DD09EDE}">
      <dgm:prSet/>
      <dgm:spPr/>
      <dgm:t>
        <a:bodyPr/>
        <a:lstStyle/>
        <a:p>
          <a:endParaRPr lang="en-US"/>
        </a:p>
      </dgm:t>
    </dgm:pt>
    <dgm:pt modelId="{AF08B436-F993-488A-AAB4-EE22F40AB72D}" type="sibTrans" cxnId="{18861594-0BB3-45AF-B81C-C02F0DD09EDE}">
      <dgm:prSet/>
      <dgm:spPr/>
      <dgm:t>
        <a:bodyPr/>
        <a:lstStyle/>
        <a:p>
          <a:endParaRPr lang="en-US"/>
        </a:p>
      </dgm:t>
    </dgm:pt>
    <dgm:pt modelId="{306F18E3-7AB2-4C02-919B-676DE3393929}">
      <dgm:prSet phldrT="[Text]"/>
      <dgm:spPr/>
      <dgm:t>
        <a:bodyPr/>
        <a:lstStyle/>
        <a:p>
          <a:r>
            <a:rPr lang="en-US" dirty="0" smtClean="0"/>
            <a:t>Capitalize competences and resource</a:t>
          </a:r>
          <a:endParaRPr lang="en-US" dirty="0"/>
        </a:p>
      </dgm:t>
    </dgm:pt>
    <dgm:pt modelId="{7D59F60E-9039-46FD-9594-928D3330791F}" type="parTrans" cxnId="{E32F6C3F-A526-466D-BE45-3C35A5317EDF}">
      <dgm:prSet/>
      <dgm:spPr/>
      <dgm:t>
        <a:bodyPr/>
        <a:lstStyle/>
        <a:p>
          <a:endParaRPr lang="en-US"/>
        </a:p>
      </dgm:t>
    </dgm:pt>
    <dgm:pt modelId="{6AA5D994-EEB6-4D18-A67E-B0639A847D05}" type="sibTrans" cxnId="{E32F6C3F-A526-466D-BE45-3C35A5317EDF}">
      <dgm:prSet/>
      <dgm:spPr/>
      <dgm:t>
        <a:bodyPr/>
        <a:lstStyle/>
        <a:p>
          <a:endParaRPr lang="en-US"/>
        </a:p>
      </dgm:t>
    </dgm:pt>
    <dgm:pt modelId="{74ED07E6-BC26-42DE-AA9D-15E87AFCF16E}">
      <dgm:prSet phldrT="[Text]"/>
      <dgm:spPr/>
      <dgm:t>
        <a:bodyPr/>
        <a:lstStyle/>
        <a:p>
          <a:r>
            <a:rPr lang="en-US" dirty="0" smtClean="0"/>
            <a:t>Mitigate the business risk</a:t>
          </a:r>
          <a:endParaRPr lang="en-US" dirty="0"/>
        </a:p>
      </dgm:t>
    </dgm:pt>
    <dgm:pt modelId="{1558E453-F767-4A9E-9C17-7C5F4040D029}" type="parTrans" cxnId="{453C027F-DEBB-4673-815E-69EA10AB28EA}">
      <dgm:prSet/>
      <dgm:spPr/>
      <dgm:t>
        <a:bodyPr/>
        <a:lstStyle/>
        <a:p>
          <a:endParaRPr lang="en-US"/>
        </a:p>
      </dgm:t>
    </dgm:pt>
    <dgm:pt modelId="{DDDF4E42-3501-471F-9115-80DA85CD51DD}" type="sibTrans" cxnId="{453C027F-DEBB-4673-815E-69EA10AB28EA}">
      <dgm:prSet/>
      <dgm:spPr/>
      <dgm:t>
        <a:bodyPr/>
        <a:lstStyle/>
        <a:p>
          <a:endParaRPr lang="en-US"/>
        </a:p>
      </dgm:t>
    </dgm:pt>
    <dgm:pt modelId="{83AFED83-45B6-4718-9DA3-6470CE6B3DC4}" type="pres">
      <dgm:prSet presAssocID="{43FFAD67-22AA-4DAB-B115-907FCE4C277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9D3CF8-0CBF-43B1-8B2E-BA2C396ABB8E}" type="pres">
      <dgm:prSet presAssocID="{BCE009B4-5977-40CD-AF78-FD75D4E5D3E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E759EC-EF63-464C-9DE0-9FE65784050C}" type="pres">
      <dgm:prSet presAssocID="{BCE009B4-5977-40CD-AF78-FD75D4E5D3EE}" presName="spNode" presStyleCnt="0"/>
      <dgm:spPr/>
    </dgm:pt>
    <dgm:pt modelId="{C6A21D78-62DA-4E12-A325-D927211A31D9}" type="pres">
      <dgm:prSet presAssocID="{C39D7F27-1B39-46E5-90BF-901BE7E97E31}" presName="sibTrans" presStyleLbl="sibTrans1D1" presStyleIdx="0" presStyleCnt="5"/>
      <dgm:spPr/>
      <dgm:t>
        <a:bodyPr/>
        <a:lstStyle/>
        <a:p>
          <a:endParaRPr lang="en-US"/>
        </a:p>
      </dgm:t>
    </dgm:pt>
    <dgm:pt modelId="{CAA0AAC5-055F-43D2-839D-EB07C2224F08}" type="pres">
      <dgm:prSet presAssocID="{DEBCB35B-895E-4846-BEE4-AA22A679D05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A40B39-27FD-4380-8D52-467F119D22CD}" type="pres">
      <dgm:prSet presAssocID="{DEBCB35B-895E-4846-BEE4-AA22A679D056}" presName="spNode" presStyleCnt="0"/>
      <dgm:spPr/>
    </dgm:pt>
    <dgm:pt modelId="{FBF1CC83-2BA3-4304-82E1-D752C801621B}" type="pres">
      <dgm:prSet presAssocID="{B3B7CA3D-53E3-4D2C-8BDF-E146E7F47654}" presName="sibTrans" presStyleLbl="sibTrans1D1" presStyleIdx="1" presStyleCnt="5"/>
      <dgm:spPr/>
      <dgm:t>
        <a:bodyPr/>
        <a:lstStyle/>
        <a:p>
          <a:endParaRPr lang="en-US"/>
        </a:p>
      </dgm:t>
    </dgm:pt>
    <dgm:pt modelId="{D8E10437-2D36-4AEA-86DF-F17B615F51E7}" type="pres">
      <dgm:prSet presAssocID="{1E6FC393-108F-4FE5-A3CD-04256DF9043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AB5A2D-EF67-4AC7-831D-C16F9ADE03FE}" type="pres">
      <dgm:prSet presAssocID="{1E6FC393-108F-4FE5-A3CD-04256DF9043D}" presName="spNode" presStyleCnt="0"/>
      <dgm:spPr/>
    </dgm:pt>
    <dgm:pt modelId="{D1E690FB-0AAC-4DBA-85A6-C39FCA3A38D2}" type="pres">
      <dgm:prSet presAssocID="{AF08B436-F993-488A-AAB4-EE22F40AB72D}" presName="sibTrans" presStyleLbl="sibTrans1D1" presStyleIdx="2" presStyleCnt="5"/>
      <dgm:spPr/>
      <dgm:t>
        <a:bodyPr/>
        <a:lstStyle/>
        <a:p>
          <a:endParaRPr lang="en-US"/>
        </a:p>
      </dgm:t>
    </dgm:pt>
    <dgm:pt modelId="{D2AB796F-D0C8-4774-859F-94619973EB44}" type="pres">
      <dgm:prSet presAssocID="{306F18E3-7AB2-4C02-919B-676DE339392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D5C701-5DD2-42FE-A28A-68B4C79ED937}" type="pres">
      <dgm:prSet presAssocID="{306F18E3-7AB2-4C02-919B-676DE3393929}" presName="spNode" presStyleCnt="0"/>
      <dgm:spPr/>
    </dgm:pt>
    <dgm:pt modelId="{5629C044-B9A0-4360-9A4B-751EF4FDB158}" type="pres">
      <dgm:prSet presAssocID="{6AA5D994-EEB6-4D18-A67E-B0639A847D05}" presName="sibTrans" presStyleLbl="sibTrans1D1" presStyleIdx="3" presStyleCnt="5"/>
      <dgm:spPr/>
      <dgm:t>
        <a:bodyPr/>
        <a:lstStyle/>
        <a:p>
          <a:endParaRPr lang="en-US"/>
        </a:p>
      </dgm:t>
    </dgm:pt>
    <dgm:pt modelId="{067C4CC0-87ED-4A4D-B2D2-DE3903550471}" type="pres">
      <dgm:prSet presAssocID="{74ED07E6-BC26-42DE-AA9D-15E87AFCF16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D1572B-C8FB-4499-854F-6816BF460B2B}" type="pres">
      <dgm:prSet presAssocID="{74ED07E6-BC26-42DE-AA9D-15E87AFCF16E}" presName="spNode" presStyleCnt="0"/>
      <dgm:spPr/>
    </dgm:pt>
    <dgm:pt modelId="{C49CFDC5-4ECD-4F68-898A-EE3914D289A2}" type="pres">
      <dgm:prSet presAssocID="{DDDF4E42-3501-471F-9115-80DA85CD51DD}" presName="sibTrans" presStyleLbl="sibTrans1D1" presStyleIdx="4" presStyleCnt="5"/>
      <dgm:spPr/>
      <dgm:t>
        <a:bodyPr/>
        <a:lstStyle/>
        <a:p>
          <a:endParaRPr lang="en-US"/>
        </a:p>
      </dgm:t>
    </dgm:pt>
  </dgm:ptLst>
  <dgm:cxnLst>
    <dgm:cxn modelId="{15D827F2-B3C7-44BF-B84E-F243D49C470F}" type="presOf" srcId="{C39D7F27-1B39-46E5-90BF-901BE7E97E31}" destId="{C6A21D78-62DA-4E12-A325-D927211A31D9}" srcOrd="0" destOrd="0" presId="urn:microsoft.com/office/officeart/2005/8/layout/cycle5"/>
    <dgm:cxn modelId="{B1011587-2CB8-4869-A772-6F4FE379057D}" type="presOf" srcId="{DEBCB35B-895E-4846-BEE4-AA22A679D056}" destId="{CAA0AAC5-055F-43D2-839D-EB07C2224F08}" srcOrd="0" destOrd="0" presId="urn:microsoft.com/office/officeart/2005/8/layout/cycle5"/>
    <dgm:cxn modelId="{612746AD-4566-4C10-8E1C-B80D66B386AC}" type="presOf" srcId="{74ED07E6-BC26-42DE-AA9D-15E87AFCF16E}" destId="{067C4CC0-87ED-4A4D-B2D2-DE3903550471}" srcOrd="0" destOrd="0" presId="urn:microsoft.com/office/officeart/2005/8/layout/cycle5"/>
    <dgm:cxn modelId="{18861594-0BB3-45AF-B81C-C02F0DD09EDE}" srcId="{43FFAD67-22AA-4DAB-B115-907FCE4C2775}" destId="{1E6FC393-108F-4FE5-A3CD-04256DF9043D}" srcOrd="2" destOrd="0" parTransId="{0F207F38-38B8-4504-90D7-FDA7E8484E08}" sibTransId="{AF08B436-F993-488A-AAB4-EE22F40AB72D}"/>
    <dgm:cxn modelId="{54F86A7F-4AA3-4EAC-9680-C35B410AEB92}" type="presOf" srcId="{DDDF4E42-3501-471F-9115-80DA85CD51DD}" destId="{C49CFDC5-4ECD-4F68-898A-EE3914D289A2}" srcOrd="0" destOrd="0" presId="urn:microsoft.com/office/officeart/2005/8/layout/cycle5"/>
    <dgm:cxn modelId="{80DD1EDF-1D0D-41E5-9A06-74C50E2B0E75}" type="presOf" srcId="{1E6FC393-108F-4FE5-A3CD-04256DF9043D}" destId="{D8E10437-2D36-4AEA-86DF-F17B615F51E7}" srcOrd="0" destOrd="0" presId="urn:microsoft.com/office/officeart/2005/8/layout/cycle5"/>
    <dgm:cxn modelId="{9BA42E0C-33ED-45DC-BD9B-DAD753EF9CAC}" type="presOf" srcId="{306F18E3-7AB2-4C02-919B-676DE3393929}" destId="{D2AB796F-D0C8-4774-859F-94619973EB44}" srcOrd="0" destOrd="0" presId="urn:microsoft.com/office/officeart/2005/8/layout/cycle5"/>
    <dgm:cxn modelId="{6B3DF156-246B-41F2-B9E6-ABAF4A7B1FF0}" srcId="{43FFAD67-22AA-4DAB-B115-907FCE4C2775}" destId="{DEBCB35B-895E-4846-BEE4-AA22A679D056}" srcOrd="1" destOrd="0" parTransId="{0CBE1C3A-099F-478F-AF14-C045000071AC}" sibTransId="{B3B7CA3D-53E3-4D2C-8BDF-E146E7F47654}"/>
    <dgm:cxn modelId="{E32F6C3F-A526-466D-BE45-3C35A5317EDF}" srcId="{43FFAD67-22AA-4DAB-B115-907FCE4C2775}" destId="{306F18E3-7AB2-4C02-919B-676DE3393929}" srcOrd="3" destOrd="0" parTransId="{7D59F60E-9039-46FD-9594-928D3330791F}" sibTransId="{6AA5D994-EEB6-4D18-A67E-B0639A847D05}"/>
    <dgm:cxn modelId="{453C027F-DEBB-4673-815E-69EA10AB28EA}" srcId="{43FFAD67-22AA-4DAB-B115-907FCE4C2775}" destId="{74ED07E6-BC26-42DE-AA9D-15E87AFCF16E}" srcOrd="4" destOrd="0" parTransId="{1558E453-F767-4A9E-9C17-7C5F4040D029}" sibTransId="{DDDF4E42-3501-471F-9115-80DA85CD51DD}"/>
    <dgm:cxn modelId="{10B89F25-0D86-4EF7-A0FB-7F83BFEF41AE}" type="presOf" srcId="{B3B7CA3D-53E3-4D2C-8BDF-E146E7F47654}" destId="{FBF1CC83-2BA3-4304-82E1-D752C801621B}" srcOrd="0" destOrd="0" presId="urn:microsoft.com/office/officeart/2005/8/layout/cycle5"/>
    <dgm:cxn modelId="{52A3997A-EFD7-42E5-8BD1-A63A7534A16D}" type="presOf" srcId="{BCE009B4-5977-40CD-AF78-FD75D4E5D3EE}" destId="{8B9D3CF8-0CBF-43B1-8B2E-BA2C396ABB8E}" srcOrd="0" destOrd="0" presId="urn:microsoft.com/office/officeart/2005/8/layout/cycle5"/>
    <dgm:cxn modelId="{DDFD787D-4A47-4866-9A22-52C13DE48656}" type="presOf" srcId="{AF08B436-F993-488A-AAB4-EE22F40AB72D}" destId="{D1E690FB-0AAC-4DBA-85A6-C39FCA3A38D2}" srcOrd="0" destOrd="0" presId="urn:microsoft.com/office/officeart/2005/8/layout/cycle5"/>
    <dgm:cxn modelId="{B667E095-EFE5-4A32-B3A4-C061B7E0B439}" type="presOf" srcId="{6AA5D994-EEB6-4D18-A67E-B0639A847D05}" destId="{5629C044-B9A0-4360-9A4B-751EF4FDB158}" srcOrd="0" destOrd="0" presId="urn:microsoft.com/office/officeart/2005/8/layout/cycle5"/>
    <dgm:cxn modelId="{9671F1EC-7F26-4F4B-B2FF-81167233D46A}" type="presOf" srcId="{43FFAD67-22AA-4DAB-B115-907FCE4C2775}" destId="{83AFED83-45B6-4718-9DA3-6470CE6B3DC4}" srcOrd="0" destOrd="0" presId="urn:microsoft.com/office/officeart/2005/8/layout/cycle5"/>
    <dgm:cxn modelId="{FCF79199-558C-42A6-B159-8F5C8FD50487}" srcId="{43FFAD67-22AA-4DAB-B115-907FCE4C2775}" destId="{BCE009B4-5977-40CD-AF78-FD75D4E5D3EE}" srcOrd="0" destOrd="0" parTransId="{34C7051B-DE9B-471C-B843-54DBA8AD667A}" sibTransId="{C39D7F27-1B39-46E5-90BF-901BE7E97E31}"/>
    <dgm:cxn modelId="{99F39B1A-085E-4217-AC12-0B5895E7DD5A}" type="presParOf" srcId="{83AFED83-45B6-4718-9DA3-6470CE6B3DC4}" destId="{8B9D3CF8-0CBF-43B1-8B2E-BA2C396ABB8E}" srcOrd="0" destOrd="0" presId="urn:microsoft.com/office/officeart/2005/8/layout/cycle5"/>
    <dgm:cxn modelId="{67BE0DDF-7C04-4689-A6DC-85DF625B68EF}" type="presParOf" srcId="{83AFED83-45B6-4718-9DA3-6470CE6B3DC4}" destId="{92E759EC-EF63-464C-9DE0-9FE65784050C}" srcOrd="1" destOrd="0" presId="urn:microsoft.com/office/officeart/2005/8/layout/cycle5"/>
    <dgm:cxn modelId="{85854319-7E29-4E05-BFCD-C17A032A332E}" type="presParOf" srcId="{83AFED83-45B6-4718-9DA3-6470CE6B3DC4}" destId="{C6A21D78-62DA-4E12-A325-D927211A31D9}" srcOrd="2" destOrd="0" presId="urn:microsoft.com/office/officeart/2005/8/layout/cycle5"/>
    <dgm:cxn modelId="{5F2BC51C-02AF-41D8-9D65-EC189B2222D2}" type="presParOf" srcId="{83AFED83-45B6-4718-9DA3-6470CE6B3DC4}" destId="{CAA0AAC5-055F-43D2-839D-EB07C2224F08}" srcOrd="3" destOrd="0" presId="urn:microsoft.com/office/officeart/2005/8/layout/cycle5"/>
    <dgm:cxn modelId="{C528CD60-96BB-4884-AE21-2F554A9E99C3}" type="presParOf" srcId="{83AFED83-45B6-4718-9DA3-6470CE6B3DC4}" destId="{F0A40B39-27FD-4380-8D52-467F119D22CD}" srcOrd="4" destOrd="0" presId="urn:microsoft.com/office/officeart/2005/8/layout/cycle5"/>
    <dgm:cxn modelId="{B736022E-464A-49B7-9C74-516FE7A8C288}" type="presParOf" srcId="{83AFED83-45B6-4718-9DA3-6470CE6B3DC4}" destId="{FBF1CC83-2BA3-4304-82E1-D752C801621B}" srcOrd="5" destOrd="0" presId="urn:microsoft.com/office/officeart/2005/8/layout/cycle5"/>
    <dgm:cxn modelId="{708984A7-8DF8-4416-9129-CBA099664BEA}" type="presParOf" srcId="{83AFED83-45B6-4718-9DA3-6470CE6B3DC4}" destId="{D8E10437-2D36-4AEA-86DF-F17B615F51E7}" srcOrd="6" destOrd="0" presId="urn:microsoft.com/office/officeart/2005/8/layout/cycle5"/>
    <dgm:cxn modelId="{969779AB-8F1B-4B0F-ADB7-8D01FA8FADA0}" type="presParOf" srcId="{83AFED83-45B6-4718-9DA3-6470CE6B3DC4}" destId="{16AB5A2D-EF67-4AC7-831D-C16F9ADE03FE}" srcOrd="7" destOrd="0" presId="urn:microsoft.com/office/officeart/2005/8/layout/cycle5"/>
    <dgm:cxn modelId="{B77DE644-8D3E-4375-A109-1F4615E6E813}" type="presParOf" srcId="{83AFED83-45B6-4718-9DA3-6470CE6B3DC4}" destId="{D1E690FB-0AAC-4DBA-85A6-C39FCA3A38D2}" srcOrd="8" destOrd="0" presId="urn:microsoft.com/office/officeart/2005/8/layout/cycle5"/>
    <dgm:cxn modelId="{10EF9352-FF7A-48C4-83DB-1888F1BBD036}" type="presParOf" srcId="{83AFED83-45B6-4718-9DA3-6470CE6B3DC4}" destId="{D2AB796F-D0C8-4774-859F-94619973EB44}" srcOrd="9" destOrd="0" presId="urn:microsoft.com/office/officeart/2005/8/layout/cycle5"/>
    <dgm:cxn modelId="{6AD74DB1-2C53-4B7F-9333-6DCFCDE0EA50}" type="presParOf" srcId="{83AFED83-45B6-4718-9DA3-6470CE6B3DC4}" destId="{C5D5C701-5DD2-42FE-A28A-68B4C79ED937}" srcOrd="10" destOrd="0" presId="urn:microsoft.com/office/officeart/2005/8/layout/cycle5"/>
    <dgm:cxn modelId="{8C5C5F40-8EF4-4675-AEEA-9D9C7D888967}" type="presParOf" srcId="{83AFED83-45B6-4718-9DA3-6470CE6B3DC4}" destId="{5629C044-B9A0-4360-9A4B-751EF4FDB158}" srcOrd="11" destOrd="0" presId="urn:microsoft.com/office/officeart/2005/8/layout/cycle5"/>
    <dgm:cxn modelId="{38D1F36C-FC97-4044-87EB-E3DE0DF2961B}" type="presParOf" srcId="{83AFED83-45B6-4718-9DA3-6470CE6B3DC4}" destId="{067C4CC0-87ED-4A4D-B2D2-DE3903550471}" srcOrd="12" destOrd="0" presId="urn:microsoft.com/office/officeart/2005/8/layout/cycle5"/>
    <dgm:cxn modelId="{7DB870D6-A976-40A6-B3B6-3B842F88194A}" type="presParOf" srcId="{83AFED83-45B6-4718-9DA3-6470CE6B3DC4}" destId="{F7D1572B-C8FB-4499-854F-6816BF460B2B}" srcOrd="13" destOrd="0" presId="urn:microsoft.com/office/officeart/2005/8/layout/cycle5"/>
    <dgm:cxn modelId="{0995F98D-0C02-4716-9085-F52EC2AAB51E}" type="presParOf" srcId="{83AFED83-45B6-4718-9DA3-6470CE6B3DC4}" destId="{C49CFDC5-4ECD-4F68-898A-EE3914D289A2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3FFAD67-22AA-4DAB-B115-907FCE4C2775}" type="doc">
      <dgm:prSet loTypeId="urn:microsoft.com/office/officeart/2005/8/layout/cycle5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CE009B4-5977-40CD-AF78-FD75D4E5D3EE}">
      <dgm:prSet phldrT="[Text]"/>
      <dgm:spPr/>
      <dgm:t>
        <a:bodyPr/>
        <a:lstStyle/>
        <a:p>
          <a:r>
            <a:rPr lang="en-US" dirty="0" smtClean="0"/>
            <a:t>(1)</a:t>
          </a:r>
        </a:p>
        <a:p>
          <a:r>
            <a:rPr lang="en-US" dirty="0" smtClean="0"/>
            <a:t>Reducing waste</a:t>
          </a:r>
          <a:endParaRPr lang="en-US" dirty="0"/>
        </a:p>
      </dgm:t>
    </dgm:pt>
    <dgm:pt modelId="{34C7051B-DE9B-471C-B843-54DBA8AD667A}" type="parTrans" cxnId="{FCF79199-558C-42A6-B159-8F5C8FD50487}">
      <dgm:prSet/>
      <dgm:spPr/>
      <dgm:t>
        <a:bodyPr/>
        <a:lstStyle/>
        <a:p>
          <a:endParaRPr lang="en-US"/>
        </a:p>
      </dgm:t>
    </dgm:pt>
    <dgm:pt modelId="{C39D7F27-1B39-46E5-90BF-901BE7E97E31}" type="sibTrans" cxnId="{FCF79199-558C-42A6-B159-8F5C8FD50487}">
      <dgm:prSet/>
      <dgm:spPr/>
      <dgm:t>
        <a:bodyPr/>
        <a:lstStyle/>
        <a:p>
          <a:endParaRPr lang="en-US"/>
        </a:p>
      </dgm:t>
    </dgm:pt>
    <dgm:pt modelId="{DEBCB35B-895E-4846-BEE4-AA22A679D056}">
      <dgm:prSet phldrT="[Text]"/>
      <dgm:spPr/>
      <dgm:t>
        <a:bodyPr/>
        <a:lstStyle/>
        <a:p>
          <a:r>
            <a:rPr lang="en-US" dirty="0" smtClean="0"/>
            <a:t>(2)</a:t>
          </a:r>
        </a:p>
        <a:p>
          <a:r>
            <a:rPr lang="en-US" dirty="0" smtClean="0"/>
            <a:t>Continuous Improvement</a:t>
          </a:r>
          <a:endParaRPr lang="en-US" dirty="0"/>
        </a:p>
      </dgm:t>
    </dgm:pt>
    <dgm:pt modelId="{0CBE1C3A-099F-478F-AF14-C045000071AC}" type="parTrans" cxnId="{6B3DF156-246B-41F2-B9E6-ABAF4A7B1FF0}">
      <dgm:prSet/>
      <dgm:spPr/>
      <dgm:t>
        <a:bodyPr/>
        <a:lstStyle/>
        <a:p>
          <a:endParaRPr lang="en-US"/>
        </a:p>
      </dgm:t>
    </dgm:pt>
    <dgm:pt modelId="{B3B7CA3D-53E3-4D2C-8BDF-E146E7F47654}" type="sibTrans" cxnId="{6B3DF156-246B-41F2-B9E6-ABAF4A7B1FF0}">
      <dgm:prSet/>
      <dgm:spPr/>
      <dgm:t>
        <a:bodyPr/>
        <a:lstStyle/>
        <a:p>
          <a:endParaRPr lang="en-US"/>
        </a:p>
      </dgm:t>
    </dgm:pt>
    <dgm:pt modelId="{1E6FC393-108F-4FE5-A3CD-04256DF9043D}">
      <dgm:prSet phldrT="[Text]"/>
      <dgm:spPr/>
      <dgm:t>
        <a:bodyPr/>
        <a:lstStyle/>
        <a:p>
          <a:r>
            <a:rPr lang="en-US" dirty="0" smtClean="0"/>
            <a:t>(3)</a:t>
          </a:r>
        </a:p>
        <a:p>
          <a:r>
            <a:rPr lang="en-US" dirty="0" smtClean="0"/>
            <a:t>Sales and Customer Service Opportunities</a:t>
          </a:r>
          <a:endParaRPr lang="en-US" dirty="0"/>
        </a:p>
      </dgm:t>
    </dgm:pt>
    <dgm:pt modelId="{0F207F38-38B8-4504-90D7-FDA7E8484E08}" type="parTrans" cxnId="{18861594-0BB3-45AF-B81C-C02F0DD09EDE}">
      <dgm:prSet/>
      <dgm:spPr/>
      <dgm:t>
        <a:bodyPr/>
        <a:lstStyle/>
        <a:p>
          <a:endParaRPr lang="en-US"/>
        </a:p>
      </dgm:t>
    </dgm:pt>
    <dgm:pt modelId="{AF08B436-F993-488A-AAB4-EE22F40AB72D}" type="sibTrans" cxnId="{18861594-0BB3-45AF-B81C-C02F0DD09EDE}">
      <dgm:prSet/>
      <dgm:spPr/>
      <dgm:t>
        <a:bodyPr/>
        <a:lstStyle/>
        <a:p>
          <a:endParaRPr lang="en-US"/>
        </a:p>
      </dgm:t>
    </dgm:pt>
    <dgm:pt modelId="{306F18E3-7AB2-4C02-919B-676DE3393929}">
      <dgm:prSet phldrT="[Text]"/>
      <dgm:spPr/>
      <dgm:t>
        <a:bodyPr/>
        <a:lstStyle/>
        <a:p>
          <a:r>
            <a:rPr lang="en-US" dirty="0" smtClean="0"/>
            <a:t>(4)</a:t>
          </a:r>
        </a:p>
        <a:p>
          <a:r>
            <a:rPr lang="en-US" dirty="0" err="1" smtClean="0"/>
            <a:t>Orderless</a:t>
          </a:r>
          <a:r>
            <a:rPr lang="en-US" dirty="0" smtClean="0"/>
            <a:t> Manufacturing</a:t>
          </a:r>
          <a:endParaRPr lang="en-US" dirty="0"/>
        </a:p>
      </dgm:t>
    </dgm:pt>
    <dgm:pt modelId="{7D59F60E-9039-46FD-9594-928D3330791F}" type="parTrans" cxnId="{E32F6C3F-A526-466D-BE45-3C35A5317EDF}">
      <dgm:prSet/>
      <dgm:spPr/>
      <dgm:t>
        <a:bodyPr/>
        <a:lstStyle/>
        <a:p>
          <a:endParaRPr lang="en-US"/>
        </a:p>
      </dgm:t>
    </dgm:pt>
    <dgm:pt modelId="{6AA5D994-EEB6-4D18-A67E-B0639A847D05}" type="sibTrans" cxnId="{E32F6C3F-A526-466D-BE45-3C35A5317EDF}">
      <dgm:prSet/>
      <dgm:spPr/>
      <dgm:t>
        <a:bodyPr/>
        <a:lstStyle/>
        <a:p>
          <a:endParaRPr lang="en-US"/>
        </a:p>
      </dgm:t>
    </dgm:pt>
    <dgm:pt modelId="{74ED07E6-BC26-42DE-AA9D-15E87AFCF16E}">
      <dgm:prSet phldrT="[Text]"/>
      <dgm:spPr/>
      <dgm:t>
        <a:bodyPr/>
        <a:lstStyle/>
        <a:p>
          <a:r>
            <a:rPr lang="en-US" dirty="0" smtClean="0"/>
            <a:t>(5)</a:t>
          </a:r>
        </a:p>
        <a:p>
          <a:r>
            <a:rPr lang="en-US" dirty="0" smtClean="0"/>
            <a:t>Collaboration</a:t>
          </a:r>
          <a:endParaRPr lang="en-US" dirty="0"/>
        </a:p>
      </dgm:t>
    </dgm:pt>
    <dgm:pt modelId="{1558E453-F767-4A9E-9C17-7C5F4040D029}" type="parTrans" cxnId="{453C027F-DEBB-4673-815E-69EA10AB28EA}">
      <dgm:prSet/>
      <dgm:spPr/>
      <dgm:t>
        <a:bodyPr/>
        <a:lstStyle/>
        <a:p>
          <a:endParaRPr lang="en-US"/>
        </a:p>
      </dgm:t>
    </dgm:pt>
    <dgm:pt modelId="{DDDF4E42-3501-471F-9115-80DA85CD51DD}" type="sibTrans" cxnId="{453C027F-DEBB-4673-815E-69EA10AB28EA}">
      <dgm:prSet/>
      <dgm:spPr/>
      <dgm:t>
        <a:bodyPr/>
        <a:lstStyle/>
        <a:p>
          <a:endParaRPr lang="en-US"/>
        </a:p>
      </dgm:t>
    </dgm:pt>
    <dgm:pt modelId="{83AFED83-45B6-4718-9DA3-6470CE6B3DC4}" type="pres">
      <dgm:prSet presAssocID="{43FFAD67-22AA-4DAB-B115-907FCE4C277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9D3CF8-0CBF-43B1-8B2E-BA2C396ABB8E}" type="pres">
      <dgm:prSet presAssocID="{BCE009B4-5977-40CD-AF78-FD75D4E5D3EE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E759EC-EF63-464C-9DE0-9FE65784050C}" type="pres">
      <dgm:prSet presAssocID="{BCE009B4-5977-40CD-AF78-FD75D4E5D3EE}" presName="spNode" presStyleCnt="0"/>
      <dgm:spPr/>
    </dgm:pt>
    <dgm:pt modelId="{C6A21D78-62DA-4E12-A325-D927211A31D9}" type="pres">
      <dgm:prSet presAssocID="{C39D7F27-1B39-46E5-90BF-901BE7E97E31}" presName="sibTrans" presStyleLbl="sibTrans1D1" presStyleIdx="0" presStyleCnt="5"/>
      <dgm:spPr/>
      <dgm:t>
        <a:bodyPr/>
        <a:lstStyle/>
        <a:p>
          <a:endParaRPr lang="en-US"/>
        </a:p>
      </dgm:t>
    </dgm:pt>
    <dgm:pt modelId="{CAA0AAC5-055F-43D2-839D-EB07C2224F08}" type="pres">
      <dgm:prSet presAssocID="{DEBCB35B-895E-4846-BEE4-AA22A679D05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A40B39-27FD-4380-8D52-467F119D22CD}" type="pres">
      <dgm:prSet presAssocID="{DEBCB35B-895E-4846-BEE4-AA22A679D056}" presName="spNode" presStyleCnt="0"/>
      <dgm:spPr/>
    </dgm:pt>
    <dgm:pt modelId="{FBF1CC83-2BA3-4304-82E1-D752C801621B}" type="pres">
      <dgm:prSet presAssocID="{B3B7CA3D-53E3-4D2C-8BDF-E146E7F47654}" presName="sibTrans" presStyleLbl="sibTrans1D1" presStyleIdx="1" presStyleCnt="5"/>
      <dgm:spPr/>
      <dgm:t>
        <a:bodyPr/>
        <a:lstStyle/>
        <a:p>
          <a:endParaRPr lang="en-US"/>
        </a:p>
      </dgm:t>
    </dgm:pt>
    <dgm:pt modelId="{D8E10437-2D36-4AEA-86DF-F17B615F51E7}" type="pres">
      <dgm:prSet presAssocID="{1E6FC393-108F-4FE5-A3CD-04256DF9043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AB5A2D-EF67-4AC7-831D-C16F9ADE03FE}" type="pres">
      <dgm:prSet presAssocID="{1E6FC393-108F-4FE5-A3CD-04256DF9043D}" presName="spNode" presStyleCnt="0"/>
      <dgm:spPr/>
    </dgm:pt>
    <dgm:pt modelId="{D1E690FB-0AAC-4DBA-85A6-C39FCA3A38D2}" type="pres">
      <dgm:prSet presAssocID="{AF08B436-F993-488A-AAB4-EE22F40AB72D}" presName="sibTrans" presStyleLbl="sibTrans1D1" presStyleIdx="2" presStyleCnt="5"/>
      <dgm:spPr/>
      <dgm:t>
        <a:bodyPr/>
        <a:lstStyle/>
        <a:p>
          <a:endParaRPr lang="en-US"/>
        </a:p>
      </dgm:t>
    </dgm:pt>
    <dgm:pt modelId="{D2AB796F-D0C8-4774-859F-94619973EB44}" type="pres">
      <dgm:prSet presAssocID="{306F18E3-7AB2-4C02-919B-676DE339392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D5C701-5DD2-42FE-A28A-68B4C79ED937}" type="pres">
      <dgm:prSet presAssocID="{306F18E3-7AB2-4C02-919B-676DE3393929}" presName="spNode" presStyleCnt="0"/>
      <dgm:spPr/>
    </dgm:pt>
    <dgm:pt modelId="{5629C044-B9A0-4360-9A4B-751EF4FDB158}" type="pres">
      <dgm:prSet presAssocID="{6AA5D994-EEB6-4D18-A67E-B0639A847D05}" presName="sibTrans" presStyleLbl="sibTrans1D1" presStyleIdx="3" presStyleCnt="5"/>
      <dgm:spPr/>
      <dgm:t>
        <a:bodyPr/>
        <a:lstStyle/>
        <a:p>
          <a:endParaRPr lang="en-US"/>
        </a:p>
      </dgm:t>
    </dgm:pt>
    <dgm:pt modelId="{067C4CC0-87ED-4A4D-B2D2-DE3903550471}" type="pres">
      <dgm:prSet presAssocID="{74ED07E6-BC26-42DE-AA9D-15E87AFCF16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D1572B-C8FB-4499-854F-6816BF460B2B}" type="pres">
      <dgm:prSet presAssocID="{74ED07E6-BC26-42DE-AA9D-15E87AFCF16E}" presName="spNode" presStyleCnt="0"/>
      <dgm:spPr/>
    </dgm:pt>
    <dgm:pt modelId="{C49CFDC5-4ECD-4F68-898A-EE3914D289A2}" type="pres">
      <dgm:prSet presAssocID="{DDDF4E42-3501-471F-9115-80DA85CD51DD}" presName="sibTrans" presStyleLbl="sibTrans1D1" presStyleIdx="4" presStyleCnt="5"/>
      <dgm:spPr/>
      <dgm:t>
        <a:bodyPr/>
        <a:lstStyle/>
        <a:p>
          <a:endParaRPr lang="en-US"/>
        </a:p>
      </dgm:t>
    </dgm:pt>
  </dgm:ptLst>
  <dgm:cxnLst>
    <dgm:cxn modelId="{15D827F2-B3C7-44BF-B84E-F243D49C470F}" type="presOf" srcId="{C39D7F27-1B39-46E5-90BF-901BE7E97E31}" destId="{C6A21D78-62DA-4E12-A325-D927211A31D9}" srcOrd="0" destOrd="0" presId="urn:microsoft.com/office/officeart/2005/8/layout/cycle5"/>
    <dgm:cxn modelId="{B1011587-2CB8-4869-A772-6F4FE379057D}" type="presOf" srcId="{DEBCB35B-895E-4846-BEE4-AA22A679D056}" destId="{CAA0AAC5-055F-43D2-839D-EB07C2224F08}" srcOrd="0" destOrd="0" presId="urn:microsoft.com/office/officeart/2005/8/layout/cycle5"/>
    <dgm:cxn modelId="{612746AD-4566-4C10-8E1C-B80D66B386AC}" type="presOf" srcId="{74ED07E6-BC26-42DE-AA9D-15E87AFCF16E}" destId="{067C4CC0-87ED-4A4D-B2D2-DE3903550471}" srcOrd="0" destOrd="0" presId="urn:microsoft.com/office/officeart/2005/8/layout/cycle5"/>
    <dgm:cxn modelId="{18861594-0BB3-45AF-B81C-C02F0DD09EDE}" srcId="{43FFAD67-22AA-4DAB-B115-907FCE4C2775}" destId="{1E6FC393-108F-4FE5-A3CD-04256DF9043D}" srcOrd="2" destOrd="0" parTransId="{0F207F38-38B8-4504-90D7-FDA7E8484E08}" sibTransId="{AF08B436-F993-488A-AAB4-EE22F40AB72D}"/>
    <dgm:cxn modelId="{54F86A7F-4AA3-4EAC-9680-C35B410AEB92}" type="presOf" srcId="{DDDF4E42-3501-471F-9115-80DA85CD51DD}" destId="{C49CFDC5-4ECD-4F68-898A-EE3914D289A2}" srcOrd="0" destOrd="0" presId="urn:microsoft.com/office/officeart/2005/8/layout/cycle5"/>
    <dgm:cxn modelId="{80DD1EDF-1D0D-41E5-9A06-74C50E2B0E75}" type="presOf" srcId="{1E6FC393-108F-4FE5-A3CD-04256DF9043D}" destId="{D8E10437-2D36-4AEA-86DF-F17B615F51E7}" srcOrd="0" destOrd="0" presId="urn:microsoft.com/office/officeart/2005/8/layout/cycle5"/>
    <dgm:cxn modelId="{9BA42E0C-33ED-45DC-BD9B-DAD753EF9CAC}" type="presOf" srcId="{306F18E3-7AB2-4C02-919B-676DE3393929}" destId="{D2AB796F-D0C8-4774-859F-94619973EB44}" srcOrd="0" destOrd="0" presId="urn:microsoft.com/office/officeart/2005/8/layout/cycle5"/>
    <dgm:cxn modelId="{6B3DF156-246B-41F2-B9E6-ABAF4A7B1FF0}" srcId="{43FFAD67-22AA-4DAB-B115-907FCE4C2775}" destId="{DEBCB35B-895E-4846-BEE4-AA22A679D056}" srcOrd="1" destOrd="0" parTransId="{0CBE1C3A-099F-478F-AF14-C045000071AC}" sibTransId="{B3B7CA3D-53E3-4D2C-8BDF-E146E7F47654}"/>
    <dgm:cxn modelId="{E32F6C3F-A526-466D-BE45-3C35A5317EDF}" srcId="{43FFAD67-22AA-4DAB-B115-907FCE4C2775}" destId="{306F18E3-7AB2-4C02-919B-676DE3393929}" srcOrd="3" destOrd="0" parTransId="{7D59F60E-9039-46FD-9594-928D3330791F}" sibTransId="{6AA5D994-EEB6-4D18-A67E-B0639A847D05}"/>
    <dgm:cxn modelId="{453C027F-DEBB-4673-815E-69EA10AB28EA}" srcId="{43FFAD67-22AA-4DAB-B115-907FCE4C2775}" destId="{74ED07E6-BC26-42DE-AA9D-15E87AFCF16E}" srcOrd="4" destOrd="0" parTransId="{1558E453-F767-4A9E-9C17-7C5F4040D029}" sibTransId="{DDDF4E42-3501-471F-9115-80DA85CD51DD}"/>
    <dgm:cxn modelId="{10B89F25-0D86-4EF7-A0FB-7F83BFEF41AE}" type="presOf" srcId="{B3B7CA3D-53E3-4D2C-8BDF-E146E7F47654}" destId="{FBF1CC83-2BA3-4304-82E1-D752C801621B}" srcOrd="0" destOrd="0" presId="urn:microsoft.com/office/officeart/2005/8/layout/cycle5"/>
    <dgm:cxn modelId="{52A3997A-EFD7-42E5-8BD1-A63A7534A16D}" type="presOf" srcId="{BCE009B4-5977-40CD-AF78-FD75D4E5D3EE}" destId="{8B9D3CF8-0CBF-43B1-8B2E-BA2C396ABB8E}" srcOrd="0" destOrd="0" presId="urn:microsoft.com/office/officeart/2005/8/layout/cycle5"/>
    <dgm:cxn modelId="{DDFD787D-4A47-4866-9A22-52C13DE48656}" type="presOf" srcId="{AF08B436-F993-488A-AAB4-EE22F40AB72D}" destId="{D1E690FB-0AAC-4DBA-85A6-C39FCA3A38D2}" srcOrd="0" destOrd="0" presId="urn:microsoft.com/office/officeart/2005/8/layout/cycle5"/>
    <dgm:cxn modelId="{B667E095-EFE5-4A32-B3A4-C061B7E0B439}" type="presOf" srcId="{6AA5D994-EEB6-4D18-A67E-B0639A847D05}" destId="{5629C044-B9A0-4360-9A4B-751EF4FDB158}" srcOrd="0" destOrd="0" presId="urn:microsoft.com/office/officeart/2005/8/layout/cycle5"/>
    <dgm:cxn modelId="{9671F1EC-7F26-4F4B-B2FF-81167233D46A}" type="presOf" srcId="{43FFAD67-22AA-4DAB-B115-907FCE4C2775}" destId="{83AFED83-45B6-4718-9DA3-6470CE6B3DC4}" srcOrd="0" destOrd="0" presId="urn:microsoft.com/office/officeart/2005/8/layout/cycle5"/>
    <dgm:cxn modelId="{FCF79199-558C-42A6-B159-8F5C8FD50487}" srcId="{43FFAD67-22AA-4DAB-B115-907FCE4C2775}" destId="{BCE009B4-5977-40CD-AF78-FD75D4E5D3EE}" srcOrd="0" destOrd="0" parTransId="{34C7051B-DE9B-471C-B843-54DBA8AD667A}" sibTransId="{C39D7F27-1B39-46E5-90BF-901BE7E97E31}"/>
    <dgm:cxn modelId="{99F39B1A-085E-4217-AC12-0B5895E7DD5A}" type="presParOf" srcId="{83AFED83-45B6-4718-9DA3-6470CE6B3DC4}" destId="{8B9D3CF8-0CBF-43B1-8B2E-BA2C396ABB8E}" srcOrd="0" destOrd="0" presId="urn:microsoft.com/office/officeart/2005/8/layout/cycle5"/>
    <dgm:cxn modelId="{67BE0DDF-7C04-4689-A6DC-85DF625B68EF}" type="presParOf" srcId="{83AFED83-45B6-4718-9DA3-6470CE6B3DC4}" destId="{92E759EC-EF63-464C-9DE0-9FE65784050C}" srcOrd="1" destOrd="0" presId="urn:microsoft.com/office/officeart/2005/8/layout/cycle5"/>
    <dgm:cxn modelId="{85854319-7E29-4E05-BFCD-C17A032A332E}" type="presParOf" srcId="{83AFED83-45B6-4718-9DA3-6470CE6B3DC4}" destId="{C6A21D78-62DA-4E12-A325-D927211A31D9}" srcOrd="2" destOrd="0" presId="urn:microsoft.com/office/officeart/2005/8/layout/cycle5"/>
    <dgm:cxn modelId="{5F2BC51C-02AF-41D8-9D65-EC189B2222D2}" type="presParOf" srcId="{83AFED83-45B6-4718-9DA3-6470CE6B3DC4}" destId="{CAA0AAC5-055F-43D2-839D-EB07C2224F08}" srcOrd="3" destOrd="0" presId="urn:microsoft.com/office/officeart/2005/8/layout/cycle5"/>
    <dgm:cxn modelId="{C528CD60-96BB-4884-AE21-2F554A9E99C3}" type="presParOf" srcId="{83AFED83-45B6-4718-9DA3-6470CE6B3DC4}" destId="{F0A40B39-27FD-4380-8D52-467F119D22CD}" srcOrd="4" destOrd="0" presId="urn:microsoft.com/office/officeart/2005/8/layout/cycle5"/>
    <dgm:cxn modelId="{B736022E-464A-49B7-9C74-516FE7A8C288}" type="presParOf" srcId="{83AFED83-45B6-4718-9DA3-6470CE6B3DC4}" destId="{FBF1CC83-2BA3-4304-82E1-D752C801621B}" srcOrd="5" destOrd="0" presId="urn:microsoft.com/office/officeart/2005/8/layout/cycle5"/>
    <dgm:cxn modelId="{708984A7-8DF8-4416-9129-CBA099664BEA}" type="presParOf" srcId="{83AFED83-45B6-4718-9DA3-6470CE6B3DC4}" destId="{D8E10437-2D36-4AEA-86DF-F17B615F51E7}" srcOrd="6" destOrd="0" presId="urn:microsoft.com/office/officeart/2005/8/layout/cycle5"/>
    <dgm:cxn modelId="{969779AB-8F1B-4B0F-ADB7-8D01FA8FADA0}" type="presParOf" srcId="{83AFED83-45B6-4718-9DA3-6470CE6B3DC4}" destId="{16AB5A2D-EF67-4AC7-831D-C16F9ADE03FE}" srcOrd="7" destOrd="0" presId="urn:microsoft.com/office/officeart/2005/8/layout/cycle5"/>
    <dgm:cxn modelId="{B77DE644-8D3E-4375-A109-1F4615E6E813}" type="presParOf" srcId="{83AFED83-45B6-4718-9DA3-6470CE6B3DC4}" destId="{D1E690FB-0AAC-4DBA-85A6-C39FCA3A38D2}" srcOrd="8" destOrd="0" presId="urn:microsoft.com/office/officeart/2005/8/layout/cycle5"/>
    <dgm:cxn modelId="{10EF9352-FF7A-48C4-83DB-1888F1BBD036}" type="presParOf" srcId="{83AFED83-45B6-4718-9DA3-6470CE6B3DC4}" destId="{D2AB796F-D0C8-4774-859F-94619973EB44}" srcOrd="9" destOrd="0" presId="urn:microsoft.com/office/officeart/2005/8/layout/cycle5"/>
    <dgm:cxn modelId="{6AD74DB1-2C53-4B7F-9333-6DCFCDE0EA50}" type="presParOf" srcId="{83AFED83-45B6-4718-9DA3-6470CE6B3DC4}" destId="{C5D5C701-5DD2-42FE-A28A-68B4C79ED937}" srcOrd="10" destOrd="0" presId="urn:microsoft.com/office/officeart/2005/8/layout/cycle5"/>
    <dgm:cxn modelId="{8C5C5F40-8EF4-4675-AEEA-9D9C7D888967}" type="presParOf" srcId="{83AFED83-45B6-4718-9DA3-6470CE6B3DC4}" destId="{5629C044-B9A0-4360-9A4B-751EF4FDB158}" srcOrd="11" destOrd="0" presId="urn:microsoft.com/office/officeart/2005/8/layout/cycle5"/>
    <dgm:cxn modelId="{38D1F36C-FC97-4044-87EB-E3DE0DF2961B}" type="presParOf" srcId="{83AFED83-45B6-4718-9DA3-6470CE6B3DC4}" destId="{067C4CC0-87ED-4A4D-B2D2-DE3903550471}" srcOrd="12" destOrd="0" presId="urn:microsoft.com/office/officeart/2005/8/layout/cycle5"/>
    <dgm:cxn modelId="{7DB870D6-A976-40A6-B3B6-3B842F88194A}" type="presParOf" srcId="{83AFED83-45B6-4718-9DA3-6470CE6B3DC4}" destId="{F7D1572B-C8FB-4499-854F-6816BF460B2B}" srcOrd="13" destOrd="0" presId="urn:microsoft.com/office/officeart/2005/8/layout/cycle5"/>
    <dgm:cxn modelId="{0995F98D-0C02-4716-9085-F52EC2AAB51E}" type="presParOf" srcId="{83AFED83-45B6-4718-9DA3-6470CE6B3DC4}" destId="{C49CFDC5-4ECD-4F68-898A-EE3914D289A2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51BA1-E718-4780-8E61-BB7322094535}">
      <dsp:nvSpPr>
        <dsp:cNvPr id="0" name=""/>
        <dsp:cNvSpPr/>
      </dsp:nvSpPr>
      <dsp:spPr>
        <a:xfrm>
          <a:off x="-5771994" y="-883622"/>
          <a:ext cx="6873192" cy="6873192"/>
        </a:xfrm>
        <a:prstGeom prst="blockArc">
          <a:avLst>
            <a:gd name="adj1" fmla="val 18900000"/>
            <a:gd name="adj2" fmla="val 2700000"/>
            <a:gd name="adj3" fmla="val 314"/>
          </a:avLst>
        </a:prstGeom>
        <a:noFill/>
        <a:ln w="1079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F01F67-A07F-467D-9110-FF76B56DFEBC}">
      <dsp:nvSpPr>
        <dsp:cNvPr id="0" name=""/>
        <dsp:cNvSpPr/>
      </dsp:nvSpPr>
      <dsp:spPr>
        <a:xfrm>
          <a:off x="708705" y="510594"/>
          <a:ext cx="10708186" cy="10211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0569" tIns="38100" rIns="38100" bIns="3810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 smtClean="0">
              <a:solidFill>
                <a:schemeClr val="tx1"/>
              </a:solidFill>
            </a:rPr>
            <a:t>merupakan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suatu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kesatuan</a:t>
          </a:r>
          <a:r>
            <a:rPr lang="en-US" sz="1500" kern="1200" dirty="0" smtClean="0">
              <a:solidFill>
                <a:schemeClr val="tx1"/>
              </a:solidFill>
            </a:rPr>
            <a:t> yang </a:t>
          </a:r>
          <a:r>
            <a:rPr lang="en-US" sz="1500" kern="1200" dirty="0" err="1" smtClean="0">
              <a:solidFill>
                <a:schemeClr val="tx1"/>
              </a:solidFill>
            </a:rPr>
            <a:t>terdiri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komponen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atau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elemen</a:t>
          </a:r>
          <a:r>
            <a:rPr lang="en-US" sz="1500" kern="1200" dirty="0" smtClean="0">
              <a:solidFill>
                <a:schemeClr val="tx1"/>
              </a:solidFill>
            </a:rPr>
            <a:t> yang </a:t>
          </a:r>
          <a:r>
            <a:rPr lang="en-US" sz="1500" kern="1200" dirty="0" err="1" smtClean="0">
              <a:solidFill>
                <a:schemeClr val="tx1"/>
              </a:solidFill>
            </a:rPr>
            <a:t>dihubungkan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bersama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untuk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memudahkan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aliran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informasi</a:t>
          </a:r>
          <a:r>
            <a:rPr lang="en-US" sz="1500" kern="1200" dirty="0" smtClean="0">
              <a:solidFill>
                <a:schemeClr val="tx1"/>
              </a:solidFill>
            </a:rPr>
            <a:t>, </a:t>
          </a:r>
          <a:r>
            <a:rPr lang="en-US" sz="1500" kern="1200" dirty="0" err="1" smtClean="0">
              <a:solidFill>
                <a:schemeClr val="tx1"/>
              </a:solidFill>
            </a:rPr>
            <a:t>materi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atau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energi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untuk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mencapai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suatu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tujuan</a:t>
          </a:r>
          <a:r>
            <a:rPr lang="en-US" sz="1500" kern="1200" dirty="0" smtClean="0"/>
            <a:t>.</a:t>
          </a:r>
          <a:endParaRPr lang="en-US" sz="1500" kern="1200" dirty="0"/>
        </a:p>
      </dsp:txBody>
      <dsp:txXfrm>
        <a:off x="708705" y="510594"/>
        <a:ext cx="10708186" cy="1021189"/>
      </dsp:txXfrm>
    </dsp:sp>
    <dsp:sp modelId="{D7D79E27-EDA0-4449-B0AA-125E73580B47}">
      <dsp:nvSpPr>
        <dsp:cNvPr id="0" name=""/>
        <dsp:cNvSpPr/>
      </dsp:nvSpPr>
      <dsp:spPr>
        <a:xfrm>
          <a:off x="70462" y="382946"/>
          <a:ext cx="1276486" cy="12764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0E27FF-97C6-4E32-923F-321FFCBB1177}">
      <dsp:nvSpPr>
        <dsp:cNvPr id="0" name=""/>
        <dsp:cNvSpPr/>
      </dsp:nvSpPr>
      <dsp:spPr>
        <a:xfrm>
          <a:off x="1079907" y="2042378"/>
          <a:ext cx="10336984" cy="1021189"/>
        </a:xfrm>
        <a:prstGeom prst="rect">
          <a:avLst/>
        </a:prstGeom>
        <a:solidFill>
          <a:schemeClr val="accent4">
            <a:hueOff val="4350797"/>
            <a:satOff val="-9429"/>
            <a:lumOff val="-402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0569" tIns="38100" rIns="38100" bIns="3810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 smtClean="0">
              <a:solidFill>
                <a:schemeClr val="tx1"/>
              </a:solidFill>
            </a:rPr>
            <a:t>merupakan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kombinasi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dari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teknologi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informasi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dan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aktivitas</a:t>
          </a:r>
          <a:r>
            <a:rPr lang="en-US" sz="1500" kern="1200" dirty="0" smtClean="0">
              <a:solidFill>
                <a:schemeClr val="tx1"/>
              </a:solidFill>
            </a:rPr>
            <a:t> orang yang </a:t>
          </a:r>
          <a:r>
            <a:rPr lang="en-US" sz="1500" kern="1200" dirty="0" err="1" smtClean="0">
              <a:solidFill>
                <a:schemeClr val="tx1"/>
              </a:solidFill>
            </a:rPr>
            <a:t>menggunakan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teknologi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itu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untuk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mendukung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operasi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dan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manajemen</a:t>
          </a:r>
          <a:r>
            <a:rPr lang="en-US" sz="1500" kern="1200" dirty="0" smtClean="0">
              <a:solidFill>
                <a:schemeClr val="tx1"/>
              </a:solidFill>
            </a:rPr>
            <a:t>. </a:t>
          </a:r>
          <a:r>
            <a:rPr lang="en-US" sz="1500" kern="1200" dirty="0" err="1" smtClean="0">
              <a:solidFill>
                <a:schemeClr val="tx1"/>
              </a:solidFill>
            </a:rPr>
            <a:t>Dalam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arti</a:t>
          </a:r>
          <a:r>
            <a:rPr lang="en-US" sz="1500" kern="1200" dirty="0" smtClean="0">
              <a:solidFill>
                <a:schemeClr val="tx1"/>
              </a:solidFill>
            </a:rPr>
            <a:t> yang </a:t>
          </a:r>
          <a:r>
            <a:rPr lang="en-US" sz="1500" kern="1200" dirty="0" err="1" smtClean="0">
              <a:solidFill>
                <a:schemeClr val="tx1"/>
              </a:solidFill>
            </a:rPr>
            <a:t>sangat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luas</a:t>
          </a:r>
          <a:r>
            <a:rPr lang="en-US" sz="1500" kern="1200" dirty="0" smtClean="0">
              <a:solidFill>
                <a:schemeClr val="tx1"/>
              </a:solidFill>
            </a:rPr>
            <a:t>, </a:t>
          </a:r>
          <a:r>
            <a:rPr lang="en-US" sz="1500" kern="1200" dirty="0" err="1" smtClean="0">
              <a:solidFill>
                <a:schemeClr val="tx1"/>
              </a:solidFill>
            </a:rPr>
            <a:t>istilah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sistem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informasi</a:t>
          </a:r>
          <a:r>
            <a:rPr lang="en-US" sz="1500" kern="1200" dirty="0" smtClean="0">
              <a:solidFill>
                <a:schemeClr val="tx1"/>
              </a:solidFill>
            </a:rPr>
            <a:t> yang </a:t>
          </a:r>
          <a:r>
            <a:rPr lang="en-US" sz="1500" kern="1200" dirty="0" err="1" smtClean="0">
              <a:solidFill>
                <a:schemeClr val="tx1"/>
              </a:solidFill>
            </a:rPr>
            <a:t>sering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digunakan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merujuk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kepada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interaksi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antara</a:t>
          </a:r>
          <a:r>
            <a:rPr lang="en-US" sz="1500" kern="1200" dirty="0" smtClean="0">
              <a:solidFill>
                <a:schemeClr val="tx1"/>
              </a:solidFill>
            </a:rPr>
            <a:t> orang, proses </a:t>
          </a:r>
          <a:r>
            <a:rPr lang="en-US" sz="1500" kern="1200" dirty="0" err="1" smtClean="0">
              <a:solidFill>
                <a:schemeClr val="tx1"/>
              </a:solidFill>
            </a:rPr>
            <a:t>algoritmik</a:t>
          </a:r>
          <a:r>
            <a:rPr lang="en-US" sz="1500" kern="1200" dirty="0" smtClean="0">
              <a:solidFill>
                <a:schemeClr val="tx1"/>
              </a:solidFill>
            </a:rPr>
            <a:t>, data, </a:t>
          </a:r>
          <a:r>
            <a:rPr lang="en-US" sz="1500" kern="1200" dirty="0" err="1" smtClean="0">
              <a:solidFill>
                <a:schemeClr val="tx1"/>
              </a:solidFill>
            </a:rPr>
            <a:t>dan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en-US" sz="1500" kern="1200" dirty="0" err="1" smtClean="0">
              <a:solidFill>
                <a:schemeClr val="tx1"/>
              </a:solidFill>
            </a:rPr>
            <a:t>teknologi</a:t>
          </a:r>
          <a:r>
            <a:rPr lang="en-US" sz="1500" kern="1200" dirty="0" smtClean="0"/>
            <a:t>.</a:t>
          </a:r>
          <a:endParaRPr lang="en-US" sz="1500" kern="1200" dirty="0"/>
        </a:p>
      </dsp:txBody>
      <dsp:txXfrm>
        <a:off x="1079907" y="2042378"/>
        <a:ext cx="10336984" cy="1021189"/>
      </dsp:txXfrm>
    </dsp:sp>
    <dsp:sp modelId="{EF8F9DD6-DD21-4566-8E8F-B0CBB12DF33E}">
      <dsp:nvSpPr>
        <dsp:cNvPr id="0" name=""/>
        <dsp:cNvSpPr/>
      </dsp:nvSpPr>
      <dsp:spPr>
        <a:xfrm>
          <a:off x="441664" y="1914730"/>
          <a:ext cx="1276486" cy="12764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hueOff val="4350797"/>
              <a:satOff val="-9429"/>
              <a:lumOff val="-40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C0FF6-313E-4DDC-8CBB-B69641616CC2}">
      <dsp:nvSpPr>
        <dsp:cNvPr id="0" name=""/>
        <dsp:cNvSpPr/>
      </dsp:nvSpPr>
      <dsp:spPr>
        <a:xfrm>
          <a:off x="708705" y="3574162"/>
          <a:ext cx="10708186" cy="1021189"/>
        </a:xfrm>
        <a:prstGeom prst="rect">
          <a:avLst/>
        </a:prstGeom>
        <a:solidFill>
          <a:schemeClr val="accent4">
            <a:hueOff val="8701595"/>
            <a:satOff val="-18857"/>
            <a:lumOff val="-804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0569" tIns="38100" rIns="38100" bIns="3810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 smtClean="0">
              <a:solidFill>
                <a:schemeClr val="tx1"/>
              </a:solidFill>
            </a:rPr>
            <a:t>merupakan</a:t>
          </a:r>
          <a:r>
            <a:rPr lang="en-US" sz="1500" kern="1200" dirty="0" smtClean="0">
              <a:solidFill>
                <a:schemeClr val="tx1"/>
              </a:solidFill>
            </a:rPr>
            <a:t> k</a:t>
          </a:r>
          <a:r>
            <a:rPr lang="id-ID" sz="1500" kern="1200" dirty="0" smtClean="0">
              <a:solidFill>
                <a:schemeClr val="tx1"/>
              </a:solidFill>
            </a:rPr>
            <a:t>umpulan </a:t>
          </a:r>
          <a:r>
            <a:rPr lang="en-US" sz="1500" kern="1200" dirty="0" err="1" smtClean="0">
              <a:solidFill>
                <a:schemeClr val="tx1"/>
              </a:solidFill>
            </a:rPr>
            <a:t>serangkaian</a:t>
          </a:r>
          <a:r>
            <a:rPr lang="id-ID" sz="1500" kern="1200" dirty="0" smtClean="0">
              <a:solidFill>
                <a:schemeClr val="tx1"/>
              </a:solidFill>
            </a:rPr>
            <a:t> informasi yang dihubungkan bersama</a:t>
          </a:r>
          <a:r>
            <a:rPr lang="en-US" sz="1500" kern="1200" dirty="0" smtClean="0">
              <a:solidFill>
                <a:schemeClr val="tx1"/>
              </a:solidFill>
            </a:rPr>
            <a:t>-</a:t>
          </a:r>
          <a:r>
            <a:rPr lang="en-US" sz="1500" kern="1200" dirty="0" err="1" smtClean="0">
              <a:solidFill>
                <a:schemeClr val="tx1"/>
              </a:solidFill>
            </a:rPr>
            <a:t>sama</a:t>
          </a:r>
          <a:r>
            <a:rPr lang="id-ID" sz="1500" kern="1200" dirty="0" smtClean="0">
              <a:solidFill>
                <a:schemeClr val="tx1"/>
              </a:solidFill>
            </a:rPr>
            <a:t> secara terorganisir</a:t>
          </a:r>
          <a:r>
            <a:rPr lang="en-US" sz="1500" kern="1200" dirty="0" smtClean="0">
              <a:solidFill>
                <a:schemeClr val="tx1"/>
              </a:solidFill>
            </a:rPr>
            <a:t> (</a:t>
          </a:r>
          <a:r>
            <a:rPr lang="id-ID" sz="1500" kern="1200" dirty="0" smtClean="0">
              <a:solidFill>
                <a:schemeClr val="tx1"/>
              </a:solidFill>
            </a:rPr>
            <a:t>ada </a:t>
          </a:r>
          <a:r>
            <a:rPr lang="en-US" sz="1500" kern="1200" dirty="0" smtClean="0">
              <a:solidFill>
                <a:schemeClr val="tx1"/>
              </a:solidFill>
            </a:rPr>
            <a:t> </a:t>
          </a:r>
          <a:r>
            <a:rPr lang="id-ID" sz="1500" kern="1200" dirty="0" smtClean="0">
              <a:solidFill>
                <a:schemeClr val="tx1"/>
              </a:solidFill>
            </a:rPr>
            <a:t>rencana yang jelas untuk mengumpulkan dan menghubungkan kumpulan informasi</a:t>
          </a:r>
          <a:r>
            <a:rPr lang="en-US" sz="1500" kern="1200" dirty="0" smtClean="0">
              <a:solidFill>
                <a:schemeClr val="tx1"/>
              </a:solidFill>
            </a:rPr>
            <a:t>).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err="1" smtClean="0">
              <a:solidFill>
                <a:schemeClr val="tx1"/>
              </a:solidFill>
            </a:rPr>
            <a:t>merupakan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sIstem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informasi</a:t>
          </a:r>
          <a:r>
            <a:rPr lang="en-US" sz="1500" b="1" kern="1200" dirty="0" smtClean="0">
              <a:solidFill>
                <a:schemeClr val="tx1"/>
              </a:solidFill>
            </a:rPr>
            <a:t> yang </a:t>
          </a:r>
          <a:r>
            <a:rPr lang="en-US" sz="1500" b="1" kern="1200" dirty="0" err="1" smtClean="0">
              <a:solidFill>
                <a:schemeClr val="tx1"/>
              </a:solidFill>
            </a:rPr>
            <a:t>melibatkan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berbagai</a:t>
          </a:r>
          <a:r>
            <a:rPr lang="en-US" sz="1500" b="1" kern="1200" dirty="0" smtClean="0">
              <a:solidFill>
                <a:schemeClr val="tx1"/>
              </a:solidFill>
            </a:rPr>
            <a:t> unit </a:t>
          </a:r>
          <a:r>
            <a:rPr lang="en-US" sz="1500" b="1" kern="1200" dirty="0" err="1" smtClean="0">
              <a:solidFill>
                <a:schemeClr val="tx1"/>
              </a:solidFill>
            </a:rPr>
            <a:t>fungsional</a:t>
          </a:r>
          <a:r>
            <a:rPr lang="en-US" sz="1500" b="1" kern="1200" dirty="0" smtClean="0">
              <a:solidFill>
                <a:schemeClr val="tx1"/>
              </a:solidFill>
            </a:rPr>
            <a:t> di </a:t>
          </a:r>
          <a:r>
            <a:rPr lang="en-US" sz="1500" b="1" kern="1200" dirty="0" err="1" smtClean="0">
              <a:solidFill>
                <a:schemeClr val="tx1"/>
              </a:solidFill>
            </a:rPr>
            <a:t>dalam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perusahaan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maupun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hubungan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perusahaan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dengan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pihak</a:t>
          </a:r>
          <a:r>
            <a:rPr lang="en-US" sz="1500" b="1" kern="1200" dirty="0" smtClean="0">
              <a:solidFill>
                <a:schemeClr val="tx1"/>
              </a:solidFill>
            </a:rPr>
            <a:t> </a:t>
          </a:r>
          <a:r>
            <a:rPr lang="en-US" sz="1500" b="1" kern="1200" dirty="0" err="1" smtClean="0">
              <a:solidFill>
                <a:schemeClr val="tx1"/>
              </a:solidFill>
            </a:rPr>
            <a:t>luar</a:t>
          </a:r>
          <a:r>
            <a:rPr lang="en-US" sz="1500" b="1" kern="1200" dirty="0" smtClean="0">
              <a:solidFill>
                <a:schemeClr val="tx1"/>
              </a:solidFill>
            </a:rPr>
            <a:t>.</a:t>
          </a:r>
          <a:endParaRPr lang="en-US" sz="1500" kern="1200" dirty="0" smtClean="0">
            <a:solidFill>
              <a:schemeClr val="tx1"/>
            </a:solidFill>
          </a:endParaRPr>
        </a:p>
      </dsp:txBody>
      <dsp:txXfrm>
        <a:off x="708705" y="3574162"/>
        <a:ext cx="10708186" cy="1021189"/>
      </dsp:txXfrm>
    </dsp:sp>
    <dsp:sp modelId="{76E7C4B9-18DC-44F3-BD8C-60070D25A8C7}">
      <dsp:nvSpPr>
        <dsp:cNvPr id="0" name=""/>
        <dsp:cNvSpPr/>
      </dsp:nvSpPr>
      <dsp:spPr>
        <a:xfrm>
          <a:off x="70462" y="3446514"/>
          <a:ext cx="1276486" cy="12764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hueOff val="8701595"/>
              <a:satOff val="-18857"/>
              <a:lumOff val="-80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801EB-427E-4661-BB87-B8492A317EED}">
      <dsp:nvSpPr>
        <dsp:cNvPr id="0" name=""/>
        <dsp:cNvSpPr/>
      </dsp:nvSpPr>
      <dsp:spPr>
        <a:xfrm>
          <a:off x="0" y="0"/>
          <a:ext cx="4560255" cy="4560255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1935D-899D-4884-A453-B95479A68FEA}">
      <dsp:nvSpPr>
        <dsp:cNvPr id="0" name=""/>
        <dsp:cNvSpPr/>
      </dsp:nvSpPr>
      <dsp:spPr>
        <a:xfrm>
          <a:off x="2280127" y="0"/>
          <a:ext cx="6722582" cy="45602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Persaingan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dan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kompetisi</a:t>
          </a:r>
          <a:r>
            <a:rPr lang="en-US" sz="2400" kern="1200" dirty="0" smtClean="0"/>
            <a:t> di </a:t>
          </a:r>
          <a:r>
            <a:rPr lang="en-US" sz="2400" kern="1200" dirty="0" err="1" smtClean="0"/>
            <a:t>dalam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dunia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bisnis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dengan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majunya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teknologi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telah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memberikan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sesuatu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kondisi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baru</a:t>
          </a:r>
          <a:r>
            <a:rPr lang="en-US" sz="2400" kern="1200" dirty="0" smtClean="0"/>
            <a:t> di </a:t>
          </a:r>
          <a:r>
            <a:rPr lang="en-US" sz="2400" kern="1200" dirty="0" err="1" smtClean="0"/>
            <a:t>dalam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perubahan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cara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kerja</a:t>
          </a:r>
          <a:r>
            <a:rPr lang="en-US" sz="2400" kern="1200" dirty="0" smtClean="0"/>
            <a:t> di </a:t>
          </a:r>
          <a:r>
            <a:rPr lang="en-US" sz="2400" kern="1200" dirty="0" err="1" smtClean="0"/>
            <a:t>dalam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organisasi</a:t>
          </a:r>
          <a:r>
            <a:rPr lang="en-US" sz="2400" kern="1200" dirty="0" smtClean="0"/>
            <a:t>. </a:t>
          </a:r>
        </a:p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/>
        </a:p>
      </dsp:txBody>
      <dsp:txXfrm>
        <a:off x="2280127" y="0"/>
        <a:ext cx="6722582" cy="2166121"/>
      </dsp:txXfrm>
    </dsp:sp>
    <dsp:sp modelId="{C68ECA42-BB15-4D24-9F61-EED097315DDF}">
      <dsp:nvSpPr>
        <dsp:cNvPr id="0" name=""/>
        <dsp:cNvSpPr/>
      </dsp:nvSpPr>
      <dsp:spPr>
        <a:xfrm>
          <a:off x="1197067" y="2166121"/>
          <a:ext cx="2166121" cy="2166121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2703983"/>
            <a:satOff val="-8997"/>
            <a:lumOff val="-450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5A6FA-54AE-4305-804B-DBC2C0D2E773}">
      <dsp:nvSpPr>
        <dsp:cNvPr id="0" name=""/>
        <dsp:cNvSpPr/>
      </dsp:nvSpPr>
      <dsp:spPr>
        <a:xfrm>
          <a:off x="2280127" y="2166121"/>
          <a:ext cx="6722582" cy="216612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2703983"/>
              <a:satOff val="-8997"/>
              <a:lumOff val="-45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Penerapan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teknologi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informasi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harus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mengikuti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suatu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metodologi</a:t>
          </a:r>
          <a:r>
            <a:rPr lang="en-US" sz="2400" kern="1200" dirty="0" smtClean="0"/>
            <a:t> yang </a:t>
          </a:r>
          <a:r>
            <a:rPr lang="en-US" sz="2400" kern="1200" dirty="0" err="1" smtClean="0"/>
            <a:t>tepat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dan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tepat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menyesuaikan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diri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dengan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keadaan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dan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budaya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suatu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organisasi</a:t>
          </a:r>
          <a:r>
            <a:rPr lang="en-US" sz="2400" kern="1200" dirty="0" smtClean="0"/>
            <a:t>.</a:t>
          </a:r>
          <a:endParaRPr lang="en-US" sz="2400" kern="1200" dirty="0"/>
        </a:p>
      </dsp:txBody>
      <dsp:txXfrm>
        <a:off x="2280127" y="2166121"/>
        <a:ext cx="6722582" cy="21661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E1421-7AFF-40E5-8C01-D4CE0D462ECD}">
      <dsp:nvSpPr>
        <dsp:cNvPr id="0" name=""/>
        <dsp:cNvSpPr/>
      </dsp:nvSpPr>
      <dsp:spPr>
        <a:xfrm>
          <a:off x="-5155697" y="-789764"/>
          <a:ext cx="6139784" cy="6139784"/>
        </a:xfrm>
        <a:prstGeom prst="blockArc">
          <a:avLst>
            <a:gd name="adj1" fmla="val 18900000"/>
            <a:gd name="adj2" fmla="val 2700000"/>
            <a:gd name="adj3" fmla="val 352"/>
          </a:avLst>
        </a:prstGeom>
        <a:noFill/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FDE4B3-5867-4337-BABC-87D3E9426A59}">
      <dsp:nvSpPr>
        <dsp:cNvPr id="0" name=""/>
        <dsp:cNvSpPr/>
      </dsp:nvSpPr>
      <dsp:spPr>
        <a:xfrm>
          <a:off x="632963" y="500269"/>
          <a:ext cx="8905303" cy="9120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41" tIns="35560" rIns="35560" bIns="35560" numCol="1" spcCol="1270" anchor="ctr" anchorCtr="0">
          <a:noAutofit/>
        </a:bodyPr>
        <a:lstStyle/>
        <a:p>
          <a:pPr lvl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Setiap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perusahaan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atau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organisasi</a:t>
          </a:r>
          <a:r>
            <a:rPr lang="en-US" sz="1400" kern="1200" dirty="0" smtClean="0"/>
            <a:t> yang </a:t>
          </a:r>
          <a:r>
            <a:rPr lang="en-US" sz="1400" kern="1200" dirty="0" err="1" smtClean="0"/>
            <a:t>menerapkan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memanfaatkan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teknologi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informasi</a:t>
          </a:r>
          <a:r>
            <a:rPr lang="en-US" sz="1400" kern="1200" dirty="0" smtClean="0"/>
            <a:t>, </a:t>
          </a:r>
          <a:r>
            <a:rPr lang="en-US" sz="1400" kern="1200" dirty="0" err="1" smtClean="0"/>
            <a:t>perlu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merekrut</a:t>
          </a:r>
          <a:r>
            <a:rPr lang="en-US" sz="1400" kern="1200" dirty="0" smtClean="0"/>
            <a:t> professional IT yang </a:t>
          </a:r>
          <a:r>
            <a:rPr lang="en-US" sz="1400" kern="1200" dirty="0" err="1" smtClean="0"/>
            <a:t>handal</a:t>
          </a:r>
          <a:r>
            <a:rPr lang="en-US" sz="1400" kern="1200" dirty="0" smtClean="0"/>
            <a:t>, </a:t>
          </a:r>
          <a:r>
            <a:rPr lang="en-US" sz="1400" kern="1200" dirty="0" err="1" smtClean="0"/>
            <a:t>dapat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dipercaya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dapat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membantu</a:t>
          </a:r>
          <a:r>
            <a:rPr lang="en-US" sz="1400" kern="1200" dirty="0" smtClean="0"/>
            <a:t> para professional </a:t>
          </a:r>
          <a:r>
            <a:rPr lang="en-US" sz="1400" kern="1200" dirty="0" err="1" smtClean="0"/>
            <a:t>bisnis</a:t>
          </a:r>
          <a:r>
            <a:rPr lang="en-US" sz="1400" kern="1200" dirty="0" smtClean="0"/>
            <a:t> di </a:t>
          </a:r>
          <a:r>
            <a:rPr lang="en-US" sz="1400" kern="1200" dirty="0" err="1" smtClean="0"/>
            <a:t>dalam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menyusun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suatu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perencanaan</a:t>
          </a:r>
          <a:r>
            <a:rPr lang="en-US" sz="1400" kern="1200" dirty="0" smtClean="0"/>
            <a:t> IT yang </a:t>
          </a:r>
          <a:r>
            <a:rPr lang="en-US" sz="1400" kern="1200" dirty="0" err="1" smtClean="0"/>
            <a:t>terintegrasi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dengan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bisnis</a:t>
          </a:r>
          <a:r>
            <a:rPr lang="en-US" sz="1400" kern="1200" dirty="0" smtClean="0"/>
            <a:t>.</a:t>
          </a:r>
          <a:endParaRPr lang="en-US" sz="1400" kern="1200" dirty="0"/>
        </a:p>
      </dsp:txBody>
      <dsp:txXfrm>
        <a:off x="632963" y="500269"/>
        <a:ext cx="8905303" cy="912051"/>
      </dsp:txXfrm>
    </dsp:sp>
    <dsp:sp modelId="{5865B4A7-7436-4EC1-89F7-7681929E3982}">
      <dsp:nvSpPr>
        <dsp:cNvPr id="0" name=""/>
        <dsp:cNvSpPr/>
      </dsp:nvSpPr>
      <dsp:spPr>
        <a:xfrm>
          <a:off x="62931" y="342019"/>
          <a:ext cx="1140064" cy="1140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16FFA6-C0D6-43C1-93F2-9A4DD54DF8C1}">
      <dsp:nvSpPr>
        <dsp:cNvPr id="0" name=""/>
        <dsp:cNvSpPr/>
      </dsp:nvSpPr>
      <dsp:spPr>
        <a:xfrm>
          <a:off x="964494" y="1824102"/>
          <a:ext cx="8573773" cy="912051"/>
        </a:xfrm>
        <a:prstGeom prst="rect">
          <a:avLst/>
        </a:prstGeom>
        <a:solidFill>
          <a:schemeClr val="accent3">
            <a:hueOff val="1351992"/>
            <a:satOff val="-4498"/>
            <a:lumOff val="-225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41" tIns="35560" rIns="35560" bIns="35560" numCol="1" spcCol="1270" anchor="ctr" anchorCtr="0">
          <a:noAutofit/>
        </a:bodyPr>
        <a:lstStyle/>
        <a:p>
          <a:pPr lvl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Berbagai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tantangan</a:t>
          </a:r>
          <a:r>
            <a:rPr lang="en-US" sz="1400" kern="1200" dirty="0" smtClean="0"/>
            <a:t>  </a:t>
          </a:r>
          <a:r>
            <a:rPr lang="en-US" sz="1400" kern="1200" dirty="0" err="1" smtClean="0"/>
            <a:t>dan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persaingan</a:t>
          </a:r>
          <a:r>
            <a:rPr lang="en-US" sz="1400" kern="1200" dirty="0" smtClean="0"/>
            <a:t> yang </a:t>
          </a:r>
          <a:r>
            <a:rPr lang="en-US" sz="1400" kern="1200" dirty="0" err="1" smtClean="0"/>
            <a:t>sedemikian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ketat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dari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tingkat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lulusan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dalam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negeri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maupun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luar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negeri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menjadi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pemicu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utama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dari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setiap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perubahan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dari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sisi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sumber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daya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pendukung</a:t>
          </a:r>
          <a:r>
            <a:rPr lang="en-US" sz="1400" kern="1200" dirty="0" smtClean="0"/>
            <a:t> di </a:t>
          </a:r>
          <a:r>
            <a:rPr lang="en-US" sz="1400" kern="1200" dirty="0" err="1" smtClean="0"/>
            <a:t>setiap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bagian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perusahaan</a:t>
          </a:r>
          <a:r>
            <a:rPr lang="en-US" sz="1400" kern="1200" dirty="0" smtClean="0"/>
            <a:t>.</a:t>
          </a:r>
          <a:endParaRPr lang="en-US" sz="1400" kern="1200" dirty="0"/>
        </a:p>
      </dsp:txBody>
      <dsp:txXfrm>
        <a:off x="964494" y="1824102"/>
        <a:ext cx="8573773" cy="912051"/>
      </dsp:txXfrm>
    </dsp:sp>
    <dsp:sp modelId="{0B9F1F6B-1829-49B8-A01B-E25243E2B226}">
      <dsp:nvSpPr>
        <dsp:cNvPr id="0" name=""/>
        <dsp:cNvSpPr/>
      </dsp:nvSpPr>
      <dsp:spPr>
        <a:xfrm>
          <a:off x="394462" y="1710096"/>
          <a:ext cx="1140064" cy="1140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1351992"/>
              <a:satOff val="-4498"/>
              <a:lumOff val="-22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4C91B3-3CD7-4401-BCE0-74DF4F658273}">
      <dsp:nvSpPr>
        <dsp:cNvPr id="0" name=""/>
        <dsp:cNvSpPr/>
      </dsp:nvSpPr>
      <dsp:spPr>
        <a:xfrm>
          <a:off x="632963" y="3192179"/>
          <a:ext cx="8905303" cy="912051"/>
        </a:xfrm>
        <a:prstGeom prst="rect">
          <a:avLst/>
        </a:prstGeom>
        <a:solidFill>
          <a:schemeClr val="accent3">
            <a:hueOff val="2703983"/>
            <a:satOff val="-8997"/>
            <a:lumOff val="-450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41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v-SE" sz="1400" kern="1200" dirty="0" smtClean="0"/>
            <a:t>Perusahaan harus menjadikan Kualitas dan kemampuan SDM dalam mengimplementasikan pengetahuan yang dimilikinya sebagai kriteria utama dalam merekrut professional  muda IT</a:t>
          </a:r>
          <a:endParaRPr lang="en-US" sz="1400" kern="1200" dirty="0"/>
        </a:p>
      </dsp:txBody>
      <dsp:txXfrm>
        <a:off x="632963" y="3192179"/>
        <a:ext cx="8905303" cy="912051"/>
      </dsp:txXfrm>
    </dsp:sp>
    <dsp:sp modelId="{4BC6DEFA-5316-4519-9029-8F43A0CE0562}">
      <dsp:nvSpPr>
        <dsp:cNvPr id="0" name=""/>
        <dsp:cNvSpPr/>
      </dsp:nvSpPr>
      <dsp:spPr>
        <a:xfrm>
          <a:off x="62931" y="3078172"/>
          <a:ext cx="1140064" cy="11400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2703983"/>
              <a:satOff val="-8997"/>
              <a:lumOff val="-45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10F74-0204-441D-AF09-6E3816E381D8}">
      <dsp:nvSpPr>
        <dsp:cNvPr id="0" name=""/>
        <dsp:cNvSpPr/>
      </dsp:nvSpPr>
      <dsp:spPr>
        <a:xfrm rot="5400000">
          <a:off x="-111125" y="113456"/>
          <a:ext cx="740833" cy="51858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1</a:t>
          </a:r>
          <a:endParaRPr lang="en-US" sz="1400" kern="1200" dirty="0"/>
        </a:p>
      </dsp:txBody>
      <dsp:txXfrm rot="-5400000">
        <a:off x="1" y="261623"/>
        <a:ext cx="518583" cy="222250"/>
      </dsp:txXfrm>
    </dsp:sp>
    <dsp:sp modelId="{AF0E1920-1298-4D07-80F8-031A7D5564F4}">
      <dsp:nvSpPr>
        <dsp:cNvPr id="0" name=""/>
        <dsp:cNvSpPr/>
      </dsp:nvSpPr>
      <dsp:spPr>
        <a:xfrm rot="5400000">
          <a:off x="4368476" y="-3847561"/>
          <a:ext cx="481541" cy="8181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Keputusan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untuk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memakai</a:t>
          </a:r>
          <a:r>
            <a:rPr lang="en-US" sz="1400" kern="1200" dirty="0" smtClean="0"/>
            <a:t> ERP</a:t>
          </a:r>
          <a:endParaRPr lang="en-US" sz="1400" kern="1200" dirty="0"/>
        </a:p>
      </dsp:txBody>
      <dsp:txXfrm rot="-5400000">
        <a:off x="518584" y="25838"/>
        <a:ext cx="8157820" cy="434527"/>
      </dsp:txXfrm>
    </dsp:sp>
    <dsp:sp modelId="{AAA365E6-C152-4CC1-B471-BC900DF5DF91}">
      <dsp:nvSpPr>
        <dsp:cNvPr id="0" name=""/>
        <dsp:cNvSpPr/>
      </dsp:nvSpPr>
      <dsp:spPr>
        <a:xfrm rot="5400000">
          <a:off x="-111125" y="781052"/>
          <a:ext cx="740833" cy="518583"/>
        </a:xfrm>
        <a:prstGeom prst="chevron">
          <a:avLst/>
        </a:prstGeom>
        <a:solidFill>
          <a:schemeClr val="accent4">
            <a:hueOff val="-70373"/>
            <a:satOff val="2101"/>
            <a:lumOff val="812"/>
            <a:alphaOff val="0"/>
          </a:schemeClr>
        </a:solidFill>
        <a:ln w="15875" cap="rnd" cmpd="sng" algn="ctr">
          <a:solidFill>
            <a:schemeClr val="accent4">
              <a:hueOff val="-70373"/>
              <a:satOff val="2101"/>
              <a:lumOff val="8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2</a:t>
          </a:r>
          <a:endParaRPr lang="en-US" sz="1400" kern="1200" dirty="0"/>
        </a:p>
      </dsp:txBody>
      <dsp:txXfrm rot="-5400000">
        <a:off x="1" y="929219"/>
        <a:ext cx="518583" cy="222250"/>
      </dsp:txXfrm>
    </dsp:sp>
    <dsp:sp modelId="{F8F8081B-EBD4-4619-80EC-96CC32DA3B5A}">
      <dsp:nvSpPr>
        <dsp:cNvPr id="0" name=""/>
        <dsp:cNvSpPr/>
      </dsp:nvSpPr>
      <dsp:spPr>
        <a:xfrm rot="5400000">
          <a:off x="4368476" y="-3179965"/>
          <a:ext cx="481541" cy="8181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70373"/>
              <a:satOff val="2101"/>
              <a:lumOff val="8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Memilih</a:t>
          </a:r>
          <a:r>
            <a:rPr lang="en-US" sz="1400" kern="1200" dirty="0" smtClean="0"/>
            <a:t> ERP yang </a:t>
          </a:r>
          <a:r>
            <a:rPr lang="en-US" sz="1400" kern="1200" dirty="0" err="1" smtClean="0"/>
            <a:t>tepat</a:t>
          </a:r>
          <a:endParaRPr lang="en-US" sz="1400" kern="1200" dirty="0"/>
        </a:p>
      </dsp:txBody>
      <dsp:txXfrm rot="-5400000">
        <a:off x="518584" y="693434"/>
        <a:ext cx="8157820" cy="434527"/>
      </dsp:txXfrm>
    </dsp:sp>
    <dsp:sp modelId="{7C6DCAD4-7F38-47C5-A3C5-117F87830167}">
      <dsp:nvSpPr>
        <dsp:cNvPr id="0" name=""/>
        <dsp:cNvSpPr/>
      </dsp:nvSpPr>
      <dsp:spPr>
        <a:xfrm rot="5400000">
          <a:off x="-111125" y="1448647"/>
          <a:ext cx="740833" cy="518583"/>
        </a:xfrm>
        <a:prstGeom prst="chevron">
          <a:avLst/>
        </a:prstGeom>
        <a:solidFill>
          <a:schemeClr val="accent4">
            <a:hueOff val="-140746"/>
            <a:satOff val="4203"/>
            <a:lumOff val="1625"/>
            <a:alphaOff val="0"/>
          </a:schemeClr>
        </a:solidFill>
        <a:ln w="15875" cap="rnd" cmpd="sng" algn="ctr">
          <a:solidFill>
            <a:schemeClr val="accent4">
              <a:hueOff val="-140746"/>
              <a:satOff val="4203"/>
              <a:lumOff val="16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3</a:t>
          </a:r>
          <a:endParaRPr lang="en-US" sz="1400" kern="1200" dirty="0"/>
        </a:p>
      </dsp:txBody>
      <dsp:txXfrm rot="-5400000">
        <a:off x="1" y="1596814"/>
        <a:ext cx="518583" cy="222250"/>
      </dsp:txXfrm>
    </dsp:sp>
    <dsp:sp modelId="{3C2AD04F-24A8-4BD9-9468-30FEC7E4895C}">
      <dsp:nvSpPr>
        <dsp:cNvPr id="0" name=""/>
        <dsp:cNvSpPr/>
      </dsp:nvSpPr>
      <dsp:spPr>
        <a:xfrm rot="5400000">
          <a:off x="4368476" y="-2512369"/>
          <a:ext cx="481541" cy="8181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140746"/>
              <a:satOff val="4203"/>
              <a:lumOff val="16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Merancang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kebutuhan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bisnis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dengan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fasilitas</a:t>
          </a:r>
          <a:r>
            <a:rPr lang="en-US" sz="1400" kern="1200" dirty="0" smtClean="0"/>
            <a:t> ERP yang </a:t>
          </a:r>
          <a:r>
            <a:rPr lang="en-US" sz="1400" kern="1200" dirty="0" err="1" smtClean="0"/>
            <a:t>dipilih</a:t>
          </a:r>
          <a:endParaRPr lang="en-US" sz="1400" kern="1200" dirty="0"/>
        </a:p>
      </dsp:txBody>
      <dsp:txXfrm rot="-5400000">
        <a:off x="518584" y="1361030"/>
        <a:ext cx="8157820" cy="434527"/>
      </dsp:txXfrm>
    </dsp:sp>
    <dsp:sp modelId="{5541DDF5-86CB-4726-99BF-4A3B3DEE5706}">
      <dsp:nvSpPr>
        <dsp:cNvPr id="0" name=""/>
        <dsp:cNvSpPr/>
      </dsp:nvSpPr>
      <dsp:spPr>
        <a:xfrm rot="5400000">
          <a:off x="-111125" y="2116243"/>
          <a:ext cx="740833" cy="518583"/>
        </a:xfrm>
        <a:prstGeom prst="chevron">
          <a:avLst/>
        </a:prstGeom>
        <a:solidFill>
          <a:schemeClr val="accent4">
            <a:hueOff val="-211119"/>
            <a:satOff val="6304"/>
            <a:lumOff val="2437"/>
            <a:alphaOff val="0"/>
          </a:schemeClr>
        </a:solidFill>
        <a:ln w="15875" cap="rnd" cmpd="sng" algn="ctr">
          <a:solidFill>
            <a:schemeClr val="accent4">
              <a:hueOff val="-211119"/>
              <a:satOff val="6304"/>
              <a:lumOff val="2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4</a:t>
          </a:r>
          <a:endParaRPr lang="en-US" sz="1400" kern="1200" dirty="0"/>
        </a:p>
      </dsp:txBody>
      <dsp:txXfrm rot="-5400000">
        <a:off x="1" y="2264410"/>
        <a:ext cx="518583" cy="222250"/>
      </dsp:txXfrm>
    </dsp:sp>
    <dsp:sp modelId="{5405755C-2E9C-4862-8D5C-4D9AD1CBAD31}">
      <dsp:nvSpPr>
        <dsp:cNvPr id="0" name=""/>
        <dsp:cNvSpPr/>
      </dsp:nvSpPr>
      <dsp:spPr>
        <a:xfrm rot="5400000">
          <a:off x="4368476" y="-1844774"/>
          <a:ext cx="481541" cy="8181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211119"/>
              <a:satOff val="6304"/>
              <a:lumOff val="2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Melihat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mengevaluasi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setiap</a:t>
          </a:r>
          <a:r>
            <a:rPr lang="en-US" sz="1400" kern="1200" dirty="0" smtClean="0"/>
            <a:t> proses </a:t>
          </a:r>
          <a:r>
            <a:rPr lang="en-US" sz="1400" kern="1200" dirty="0" err="1" smtClean="0"/>
            <a:t>bisnis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perubahan</a:t>
          </a:r>
          <a:r>
            <a:rPr lang="en-US" sz="1400" kern="1200" dirty="0" smtClean="0"/>
            <a:t> yang </a:t>
          </a:r>
          <a:r>
            <a:rPr lang="en-US" sz="1400" kern="1200" dirty="0" err="1" smtClean="0"/>
            <a:t>perlu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dilakukan</a:t>
          </a:r>
          <a:r>
            <a:rPr lang="en-US" sz="1400" kern="1200" dirty="0" smtClean="0"/>
            <a:t> di </a:t>
          </a:r>
          <a:r>
            <a:rPr lang="en-US" sz="1400" kern="1200" dirty="0" err="1" smtClean="0"/>
            <a:t>dalam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modul</a:t>
          </a:r>
          <a:r>
            <a:rPr lang="en-US" sz="1400" kern="1200" dirty="0" smtClean="0"/>
            <a:t> ERP</a:t>
          </a:r>
          <a:endParaRPr lang="en-US" sz="1400" kern="1200" dirty="0"/>
        </a:p>
      </dsp:txBody>
      <dsp:txXfrm rot="-5400000">
        <a:off x="518584" y="2028625"/>
        <a:ext cx="8157820" cy="434527"/>
      </dsp:txXfrm>
    </dsp:sp>
    <dsp:sp modelId="{803D2637-6702-4B00-9628-B0C10562C5D6}">
      <dsp:nvSpPr>
        <dsp:cNvPr id="0" name=""/>
        <dsp:cNvSpPr/>
      </dsp:nvSpPr>
      <dsp:spPr>
        <a:xfrm rot="5400000">
          <a:off x="-111125" y="2783839"/>
          <a:ext cx="740833" cy="518583"/>
        </a:xfrm>
        <a:prstGeom prst="chevron">
          <a:avLst/>
        </a:prstGeom>
        <a:solidFill>
          <a:schemeClr val="accent4">
            <a:hueOff val="-281493"/>
            <a:satOff val="8405"/>
            <a:lumOff val="3249"/>
            <a:alphaOff val="0"/>
          </a:schemeClr>
        </a:solidFill>
        <a:ln w="15875" cap="rnd" cmpd="sng" algn="ctr">
          <a:solidFill>
            <a:schemeClr val="accent4">
              <a:hueOff val="-281493"/>
              <a:satOff val="8405"/>
              <a:lumOff val="32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5</a:t>
          </a:r>
          <a:endParaRPr lang="en-US" sz="1400" kern="1200" dirty="0"/>
        </a:p>
      </dsp:txBody>
      <dsp:txXfrm rot="-5400000">
        <a:off x="1" y="2932006"/>
        <a:ext cx="518583" cy="222250"/>
      </dsp:txXfrm>
    </dsp:sp>
    <dsp:sp modelId="{2BAFBDF5-9663-41CC-B45B-26D3AD2CF0A6}">
      <dsp:nvSpPr>
        <dsp:cNvPr id="0" name=""/>
        <dsp:cNvSpPr/>
      </dsp:nvSpPr>
      <dsp:spPr>
        <a:xfrm rot="5400000">
          <a:off x="4368476" y="-1177178"/>
          <a:ext cx="481541" cy="8181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281493"/>
              <a:satOff val="8405"/>
              <a:lumOff val="32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Menyusun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arsitektur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cetak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biru</a:t>
          </a:r>
          <a:endParaRPr lang="en-US" sz="1400" kern="1200" dirty="0"/>
        </a:p>
      </dsp:txBody>
      <dsp:txXfrm rot="-5400000">
        <a:off x="518584" y="2696221"/>
        <a:ext cx="8157820" cy="434527"/>
      </dsp:txXfrm>
    </dsp:sp>
    <dsp:sp modelId="{EC120379-6DC0-4F92-B5B5-321D77681911}">
      <dsp:nvSpPr>
        <dsp:cNvPr id="0" name=""/>
        <dsp:cNvSpPr/>
      </dsp:nvSpPr>
      <dsp:spPr>
        <a:xfrm rot="5400000">
          <a:off x="-111125" y="3451435"/>
          <a:ext cx="740833" cy="518583"/>
        </a:xfrm>
        <a:prstGeom prst="chevron">
          <a:avLst/>
        </a:prstGeom>
        <a:solidFill>
          <a:schemeClr val="accent4">
            <a:hueOff val="-351866"/>
            <a:satOff val="10506"/>
            <a:lumOff val="4061"/>
            <a:alphaOff val="0"/>
          </a:schemeClr>
        </a:solidFill>
        <a:ln w="15875" cap="rnd" cmpd="sng" algn="ctr">
          <a:solidFill>
            <a:schemeClr val="accent4">
              <a:hueOff val="-351866"/>
              <a:satOff val="10506"/>
              <a:lumOff val="40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6</a:t>
          </a:r>
          <a:endParaRPr lang="en-US" sz="1400" kern="1200" dirty="0"/>
        </a:p>
      </dsp:txBody>
      <dsp:txXfrm rot="-5400000">
        <a:off x="1" y="3599602"/>
        <a:ext cx="518583" cy="222250"/>
      </dsp:txXfrm>
    </dsp:sp>
    <dsp:sp modelId="{89C49B1E-D09F-4086-8A5F-D75DA1EB4266}">
      <dsp:nvSpPr>
        <dsp:cNvPr id="0" name=""/>
        <dsp:cNvSpPr/>
      </dsp:nvSpPr>
      <dsp:spPr>
        <a:xfrm rot="5400000">
          <a:off x="4368476" y="-509582"/>
          <a:ext cx="481541" cy="8181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351866"/>
              <a:satOff val="10506"/>
              <a:lumOff val="40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Pendekatan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implementasi</a:t>
          </a:r>
          <a:r>
            <a:rPr lang="en-US" sz="1400" kern="1200" dirty="0" smtClean="0"/>
            <a:t> yang </a:t>
          </a:r>
          <a:r>
            <a:rPr lang="en-US" sz="1400" kern="1200" dirty="0" err="1" smtClean="0"/>
            <a:t>akan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dilakukan</a:t>
          </a:r>
          <a:r>
            <a:rPr lang="en-US" sz="1400" kern="1200" dirty="0" smtClean="0"/>
            <a:t> (</a:t>
          </a:r>
          <a:r>
            <a:rPr lang="en-US" sz="1400" kern="1200" dirty="0" err="1" smtClean="0"/>
            <a:t>skala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besar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atau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bertahap</a:t>
          </a:r>
          <a:r>
            <a:rPr lang="en-US" sz="1400" kern="1200" dirty="0" smtClean="0"/>
            <a:t>)</a:t>
          </a:r>
          <a:endParaRPr lang="en-US" sz="1400" kern="1200" dirty="0"/>
        </a:p>
      </dsp:txBody>
      <dsp:txXfrm rot="-5400000">
        <a:off x="518584" y="3363817"/>
        <a:ext cx="8157820" cy="434527"/>
      </dsp:txXfrm>
    </dsp:sp>
    <dsp:sp modelId="{F9368154-E206-4434-8FB2-DB77E6F06C8F}">
      <dsp:nvSpPr>
        <dsp:cNvPr id="0" name=""/>
        <dsp:cNvSpPr/>
      </dsp:nvSpPr>
      <dsp:spPr>
        <a:xfrm rot="5400000">
          <a:off x="-111125" y="4119031"/>
          <a:ext cx="740833" cy="518583"/>
        </a:xfrm>
        <a:prstGeom prst="chevron">
          <a:avLst/>
        </a:prstGeom>
        <a:solidFill>
          <a:schemeClr val="accent4">
            <a:hueOff val="-422239"/>
            <a:satOff val="12608"/>
            <a:lumOff val="4874"/>
            <a:alphaOff val="0"/>
          </a:schemeClr>
        </a:solidFill>
        <a:ln w="15875" cap="rnd" cmpd="sng" algn="ctr">
          <a:solidFill>
            <a:schemeClr val="accent4">
              <a:hueOff val="-422239"/>
              <a:satOff val="12608"/>
              <a:lumOff val="48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7</a:t>
          </a:r>
          <a:endParaRPr lang="en-US" sz="1400" kern="1200" dirty="0"/>
        </a:p>
      </dsp:txBody>
      <dsp:txXfrm rot="-5400000">
        <a:off x="1" y="4267198"/>
        <a:ext cx="518583" cy="222250"/>
      </dsp:txXfrm>
    </dsp:sp>
    <dsp:sp modelId="{80869EB5-F564-44A9-81F4-D4FAEF229374}">
      <dsp:nvSpPr>
        <dsp:cNvPr id="0" name=""/>
        <dsp:cNvSpPr/>
      </dsp:nvSpPr>
      <dsp:spPr>
        <a:xfrm rot="5400000">
          <a:off x="4368476" y="158013"/>
          <a:ext cx="481541" cy="8181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422239"/>
              <a:satOff val="12608"/>
              <a:lumOff val="48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Pelatihan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dan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pengujian</a:t>
          </a:r>
          <a:r>
            <a:rPr lang="en-US" sz="1400" kern="1200" dirty="0" smtClean="0"/>
            <a:t> ERP </a:t>
          </a:r>
          <a:r>
            <a:rPr lang="en-US" sz="1400" kern="1200" dirty="0" err="1" smtClean="0"/>
            <a:t>sebelum</a:t>
          </a:r>
          <a:r>
            <a:rPr lang="en-US" sz="1400" kern="1200" dirty="0" smtClean="0"/>
            <a:t> proses “g</a:t>
          </a:r>
          <a:r>
            <a:rPr lang="en-US" sz="1400" i="1" kern="1200" dirty="0" smtClean="0"/>
            <a:t>o Live”</a:t>
          </a:r>
          <a:endParaRPr lang="en-US" sz="1400" kern="1200" dirty="0"/>
        </a:p>
      </dsp:txBody>
      <dsp:txXfrm rot="-5400000">
        <a:off x="518584" y="4031413"/>
        <a:ext cx="8157820" cy="434527"/>
      </dsp:txXfrm>
    </dsp:sp>
    <dsp:sp modelId="{7AC3325F-9A63-4C3B-BFD3-188D786BA594}">
      <dsp:nvSpPr>
        <dsp:cNvPr id="0" name=""/>
        <dsp:cNvSpPr/>
      </dsp:nvSpPr>
      <dsp:spPr>
        <a:xfrm rot="5400000">
          <a:off x="-111125" y="4786627"/>
          <a:ext cx="740833" cy="518583"/>
        </a:xfrm>
        <a:prstGeom prst="chevron">
          <a:avLst/>
        </a:prstGeom>
        <a:solidFill>
          <a:schemeClr val="accent4">
            <a:hueOff val="-492612"/>
            <a:satOff val="14709"/>
            <a:lumOff val="5686"/>
            <a:alphaOff val="0"/>
          </a:schemeClr>
        </a:solidFill>
        <a:ln w="15875" cap="rnd" cmpd="sng" algn="ctr">
          <a:solidFill>
            <a:schemeClr val="accent4">
              <a:hueOff val="-492612"/>
              <a:satOff val="14709"/>
              <a:lumOff val="5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8</a:t>
          </a:r>
          <a:endParaRPr lang="en-US" sz="1400" kern="1200" dirty="0"/>
        </a:p>
      </dsp:txBody>
      <dsp:txXfrm rot="-5400000">
        <a:off x="1" y="4934794"/>
        <a:ext cx="518583" cy="222250"/>
      </dsp:txXfrm>
    </dsp:sp>
    <dsp:sp modelId="{07EC4052-C9E8-411F-A4B0-A9E0A1E463B0}">
      <dsp:nvSpPr>
        <dsp:cNvPr id="0" name=""/>
        <dsp:cNvSpPr/>
      </dsp:nvSpPr>
      <dsp:spPr>
        <a:xfrm rot="5400000">
          <a:off x="4368476" y="825609"/>
          <a:ext cx="481541" cy="8181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492612"/>
              <a:satOff val="14709"/>
              <a:lumOff val="5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Evaluasi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setelah</a:t>
          </a:r>
          <a:r>
            <a:rPr lang="en-US" sz="1400" kern="1200" dirty="0" smtClean="0"/>
            <a:t> </a:t>
          </a:r>
          <a:r>
            <a:rPr lang="en-US" sz="1400" i="1" kern="1200" dirty="0" smtClean="0"/>
            <a:t>go live </a:t>
          </a:r>
          <a:r>
            <a:rPr lang="en-US" sz="1400" i="0" kern="1200" dirty="0" err="1" smtClean="0"/>
            <a:t>dari</a:t>
          </a:r>
          <a:r>
            <a:rPr lang="en-US" sz="1400" i="0" kern="1200" dirty="0" smtClean="0"/>
            <a:t> ERP</a:t>
          </a:r>
          <a:endParaRPr lang="en-US" sz="1400" kern="1200" dirty="0"/>
        </a:p>
      </dsp:txBody>
      <dsp:txXfrm rot="-5400000">
        <a:off x="518584" y="4699009"/>
        <a:ext cx="8157820" cy="4345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1DA8A-833C-4303-87D7-ECC2DF1D98D6}">
      <dsp:nvSpPr>
        <dsp:cNvPr id="0" name=""/>
        <dsp:cNvSpPr/>
      </dsp:nvSpPr>
      <dsp:spPr>
        <a:xfrm>
          <a:off x="-4240300" y="-655258"/>
          <a:ext cx="5088768" cy="5088768"/>
        </a:xfrm>
        <a:prstGeom prst="blockArc">
          <a:avLst>
            <a:gd name="adj1" fmla="val 18900000"/>
            <a:gd name="adj2" fmla="val 2700000"/>
            <a:gd name="adj3" fmla="val 424"/>
          </a:avLst>
        </a:prstGeom>
        <a:noFill/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9125C5-E815-4D6F-83E4-B5CC190BDAB0}">
      <dsp:nvSpPr>
        <dsp:cNvPr id="0" name=""/>
        <dsp:cNvSpPr/>
      </dsp:nvSpPr>
      <dsp:spPr>
        <a:xfrm>
          <a:off x="694536" y="539760"/>
          <a:ext cx="8549107" cy="107937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6750" tIns="63500" rIns="63500" bIns="635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err="1" smtClean="0"/>
            <a:t>Kebutuhan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perubahan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teknologi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dan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operasional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perusahaan</a:t>
          </a:r>
          <a:r>
            <a:rPr lang="en-US" sz="2500" kern="1200" dirty="0" smtClean="0"/>
            <a:t> yang </a:t>
          </a:r>
          <a:r>
            <a:rPr lang="en-US" sz="2500" kern="1200" dirty="0" err="1" smtClean="0"/>
            <a:t>semakin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kompleks</a:t>
          </a:r>
          <a:endParaRPr lang="en-US" sz="2500" kern="1200" dirty="0"/>
        </a:p>
      </dsp:txBody>
      <dsp:txXfrm>
        <a:off x="694536" y="539760"/>
        <a:ext cx="8549107" cy="1079370"/>
      </dsp:txXfrm>
    </dsp:sp>
    <dsp:sp modelId="{3B2CAF78-B440-4B05-9F9A-734AA1BCBEE6}">
      <dsp:nvSpPr>
        <dsp:cNvPr id="0" name=""/>
        <dsp:cNvSpPr/>
      </dsp:nvSpPr>
      <dsp:spPr>
        <a:xfrm>
          <a:off x="19930" y="404839"/>
          <a:ext cx="1349213" cy="13492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7490FB-4A2A-4767-BC44-4EF088D7E889}">
      <dsp:nvSpPr>
        <dsp:cNvPr id="0" name=""/>
        <dsp:cNvSpPr/>
      </dsp:nvSpPr>
      <dsp:spPr>
        <a:xfrm>
          <a:off x="694536" y="2159118"/>
          <a:ext cx="8549107" cy="1079370"/>
        </a:xfrm>
        <a:prstGeom prst="rect">
          <a:avLst/>
        </a:prstGeom>
        <a:solidFill>
          <a:schemeClr val="accent4">
            <a:hueOff val="-492612"/>
            <a:satOff val="14709"/>
            <a:lumOff val="568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6750" tIns="63500" rIns="63500" bIns="6350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err="1" smtClean="0"/>
            <a:t>Kebutuhan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akan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keakuratan</a:t>
          </a:r>
          <a:r>
            <a:rPr lang="en-US" sz="2500" kern="1200" dirty="0" smtClean="0"/>
            <a:t>, </a:t>
          </a:r>
          <a:r>
            <a:rPr lang="en-US" sz="2500" kern="1200" dirty="0" err="1" smtClean="0"/>
            <a:t>kecepatan</a:t>
          </a:r>
          <a:r>
            <a:rPr lang="en-US" sz="2500" kern="1200" dirty="0" smtClean="0"/>
            <a:t>, </a:t>
          </a:r>
          <a:r>
            <a:rPr lang="en-US" sz="2500" kern="1200" dirty="0" err="1" smtClean="0"/>
            <a:t>efektifitas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dan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efisiensi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dari</a:t>
          </a:r>
          <a:r>
            <a:rPr lang="en-US" sz="2500" kern="1200" dirty="0" smtClean="0"/>
            <a:t> </a:t>
          </a:r>
          <a:r>
            <a:rPr lang="en-US" sz="2500" kern="1200" dirty="0" err="1" smtClean="0"/>
            <a:t>setiap</a:t>
          </a:r>
          <a:r>
            <a:rPr lang="en-US" sz="2500" kern="1200" dirty="0" smtClean="0"/>
            <a:t> proses.</a:t>
          </a:r>
          <a:endParaRPr lang="en-US" sz="2500" kern="1200" dirty="0"/>
        </a:p>
      </dsp:txBody>
      <dsp:txXfrm>
        <a:off x="694536" y="2159118"/>
        <a:ext cx="8549107" cy="1079370"/>
      </dsp:txXfrm>
    </dsp:sp>
    <dsp:sp modelId="{77B82CBA-18D4-4D35-AE0C-B06689B1B86C}">
      <dsp:nvSpPr>
        <dsp:cNvPr id="0" name=""/>
        <dsp:cNvSpPr/>
      </dsp:nvSpPr>
      <dsp:spPr>
        <a:xfrm>
          <a:off x="19930" y="2024197"/>
          <a:ext cx="1349213" cy="13492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492612"/>
              <a:satOff val="14709"/>
              <a:lumOff val="5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D3CF8-0CBF-43B1-8B2E-BA2C396ABB8E}">
      <dsp:nvSpPr>
        <dsp:cNvPr id="0" name=""/>
        <dsp:cNvSpPr/>
      </dsp:nvSpPr>
      <dsp:spPr>
        <a:xfrm>
          <a:off x="4778635" y="1776"/>
          <a:ext cx="1653090" cy="10745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Support for cutting cost</a:t>
          </a:r>
          <a:endParaRPr lang="en-US" sz="1500" kern="1200" dirty="0"/>
        </a:p>
      </dsp:txBody>
      <dsp:txXfrm>
        <a:off x="4831088" y="54229"/>
        <a:ext cx="1548184" cy="969602"/>
      </dsp:txXfrm>
    </dsp:sp>
    <dsp:sp modelId="{C6A21D78-62DA-4E12-A325-D927211A31D9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3192590" y="273206"/>
              </a:moveTo>
              <a:arcTo wR="2145012" hR="2145012" stAng="17954044" swAng="1210572"/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0AAC5-055F-43D2-839D-EB07C2224F08}">
      <dsp:nvSpPr>
        <dsp:cNvPr id="0" name=""/>
        <dsp:cNvSpPr/>
      </dsp:nvSpPr>
      <dsp:spPr>
        <a:xfrm>
          <a:off x="6818663" y="1483943"/>
          <a:ext cx="1653090" cy="107450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Get new access for the new market area</a:t>
          </a:r>
          <a:endParaRPr lang="en-US" sz="1500" kern="1200" dirty="0"/>
        </a:p>
      </dsp:txBody>
      <dsp:txXfrm>
        <a:off x="6871116" y="1536396"/>
        <a:ext cx="1548184" cy="969602"/>
      </dsp:txXfrm>
    </dsp:sp>
    <dsp:sp modelId="{FBF1CC83-2BA3-4304-82E1-D752C801621B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4284865" y="2293694"/>
              </a:moveTo>
              <a:arcTo wR="2145012" hR="2145012" stAng="21838480" swAng="1358979"/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E10437-2D36-4AEA-86DF-F17B615F51E7}">
      <dsp:nvSpPr>
        <dsp:cNvPr id="0" name=""/>
        <dsp:cNvSpPr/>
      </dsp:nvSpPr>
      <dsp:spPr>
        <a:xfrm>
          <a:off x="6039442" y="3882139"/>
          <a:ext cx="1653090" cy="107450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Get new access for new resources</a:t>
          </a:r>
          <a:endParaRPr lang="en-US" sz="1500" kern="1200" dirty="0"/>
        </a:p>
      </dsp:txBody>
      <dsp:txXfrm>
        <a:off x="6091895" y="3934592"/>
        <a:ext cx="1548184" cy="969602"/>
      </dsp:txXfrm>
    </dsp:sp>
    <dsp:sp modelId="{D1E690FB-0AAC-4DBA-85A6-C39FCA3A38D2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2407928" y="4273850"/>
              </a:moveTo>
              <a:arcTo wR="2145012" hR="2145012" stAng="4977569" swAng="844861"/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AB796F-D0C8-4774-859F-94619973EB44}">
      <dsp:nvSpPr>
        <dsp:cNvPr id="0" name=""/>
        <dsp:cNvSpPr/>
      </dsp:nvSpPr>
      <dsp:spPr>
        <a:xfrm>
          <a:off x="3517829" y="3882139"/>
          <a:ext cx="1653090" cy="107450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Capitalize competences and resource</a:t>
          </a:r>
          <a:endParaRPr lang="en-US" sz="1500" kern="1200" dirty="0"/>
        </a:p>
      </dsp:txBody>
      <dsp:txXfrm>
        <a:off x="3570282" y="3934592"/>
        <a:ext cx="1548184" cy="969602"/>
      </dsp:txXfrm>
    </dsp:sp>
    <dsp:sp modelId="{5629C044-B9A0-4360-9A4B-751EF4FDB158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227448" y="3106274"/>
              </a:moveTo>
              <a:arcTo wR="2145012" hR="2145012" stAng="9202541" swAng="1358979"/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C4CC0-87ED-4A4D-B2D2-DE3903550471}">
      <dsp:nvSpPr>
        <dsp:cNvPr id="0" name=""/>
        <dsp:cNvSpPr/>
      </dsp:nvSpPr>
      <dsp:spPr>
        <a:xfrm>
          <a:off x="2738607" y="1483943"/>
          <a:ext cx="1653090" cy="107450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Mitigate the business risk</a:t>
          </a:r>
          <a:endParaRPr lang="en-US" sz="1500" kern="1200" dirty="0"/>
        </a:p>
      </dsp:txBody>
      <dsp:txXfrm>
        <a:off x="2791060" y="1536396"/>
        <a:ext cx="1548184" cy="969602"/>
      </dsp:txXfrm>
    </dsp:sp>
    <dsp:sp modelId="{C49CFDC5-4ECD-4F68-898A-EE3914D289A2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516115" y="749385"/>
              </a:moveTo>
              <a:arcTo wR="2145012" hR="2145012" stAng="13235384" swAng="1210572"/>
            </a:path>
          </a:pathLst>
        </a:custGeom>
        <a:noFill/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D3CF8-0CBF-43B1-8B2E-BA2C396ABB8E}">
      <dsp:nvSpPr>
        <dsp:cNvPr id="0" name=""/>
        <dsp:cNvSpPr/>
      </dsp:nvSpPr>
      <dsp:spPr>
        <a:xfrm>
          <a:off x="4778635" y="1776"/>
          <a:ext cx="1653090" cy="107450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(1)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Reducing waste</a:t>
          </a:r>
          <a:endParaRPr lang="en-US" sz="1300" kern="1200" dirty="0"/>
        </a:p>
      </dsp:txBody>
      <dsp:txXfrm>
        <a:off x="4831088" y="54229"/>
        <a:ext cx="1548184" cy="969602"/>
      </dsp:txXfrm>
    </dsp:sp>
    <dsp:sp modelId="{C6A21D78-62DA-4E12-A325-D927211A31D9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3192590" y="273206"/>
              </a:moveTo>
              <a:arcTo wR="2145012" hR="2145012" stAng="17954044" swAng="1210572"/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0AAC5-055F-43D2-839D-EB07C2224F08}">
      <dsp:nvSpPr>
        <dsp:cNvPr id="0" name=""/>
        <dsp:cNvSpPr/>
      </dsp:nvSpPr>
      <dsp:spPr>
        <a:xfrm>
          <a:off x="6818663" y="1483943"/>
          <a:ext cx="1653090" cy="1074508"/>
        </a:xfrm>
        <a:prstGeom prst="roundRect">
          <a:avLst/>
        </a:prstGeom>
        <a:solidFill>
          <a:schemeClr val="accent5">
            <a:hueOff val="1202033"/>
            <a:satOff val="-2441"/>
            <a:lumOff val="156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(2)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Continuous Improvement</a:t>
          </a:r>
          <a:endParaRPr lang="en-US" sz="1300" kern="1200" dirty="0"/>
        </a:p>
      </dsp:txBody>
      <dsp:txXfrm>
        <a:off x="6871116" y="1536396"/>
        <a:ext cx="1548184" cy="969602"/>
      </dsp:txXfrm>
    </dsp:sp>
    <dsp:sp modelId="{FBF1CC83-2BA3-4304-82E1-D752C801621B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4284865" y="2293694"/>
              </a:moveTo>
              <a:arcTo wR="2145012" hR="2145012" stAng="21838480" swAng="1358979"/>
            </a:path>
          </a:pathLst>
        </a:custGeom>
        <a:noFill/>
        <a:ln w="9525" cap="rnd" cmpd="sng" algn="ctr">
          <a:solidFill>
            <a:schemeClr val="accent5">
              <a:hueOff val="1202033"/>
              <a:satOff val="-2441"/>
              <a:lumOff val="156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E10437-2D36-4AEA-86DF-F17B615F51E7}">
      <dsp:nvSpPr>
        <dsp:cNvPr id="0" name=""/>
        <dsp:cNvSpPr/>
      </dsp:nvSpPr>
      <dsp:spPr>
        <a:xfrm>
          <a:off x="6039442" y="3882139"/>
          <a:ext cx="1653090" cy="1074508"/>
        </a:xfrm>
        <a:prstGeom prst="roundRect">
          <a:avLst/>
        </a:prstGeom>
        <a:solidFill>
          <a:schemeClr val="accent5">
            <a:hueOff val="2404066"/>
            <a:satOff val="-4882"/>
            <a:lumOff val="313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(3)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Sales and Customer Service Opportunities</a:t>
          </a:r>
          <a:endParaRPr lang="en-US" sz="1300" kern="1200" dirty="0"/>
        </a:p>
      </dsp:txBody>
      <dsp:txXfrm>
        <a:off x="6091895" y="3934592"/>
        <a:ext cx="1548184" cy="969602"/>
      </dsp:txXfrm>
    </dsp:sp>
    <dsp:sp modelId="{D1E690FB-0AAC-4DBA-85A6-C39FCA3A38D2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2407928" y="4273850"/>
              </a:moveTo>
              <a:arcTo wR="2145012" hR="2145012" stAng="4977569" swAng="844861"/>
            </a:path>
          </a:pathLst>
        </a:custGeom>
        <a:noFill/>
        <a:ln w="9525" cap="rnd" cmpd="sng" algn="ctr">
          <a:solidFill>
            <a:schemeClr val="accent5">
              <a:hueOff val="2404066"/>
              <a:satOff val="-4882"/>
              <a:lumOff val="31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AB796F-D0C8-4774-859F-94619973EB44}">
      <dsp:nvSpPr>
        <dsp:cNvPr id="0" name=""/>
        <dsp:cNvSpPr/>
      </dsp:nvSpPr>
      <dsp:spPr>
        <a:xfrm>
          <a:off x="3517829" y="3882139"/>
          <a:ext cx="1653090" cy="1074508"/>
        </a:xfrm>
        <a:prstGeom prst="roundRect">
          <a:avLst/>
        </a:prstGeom>
        <a:solidFill>
          <a:schemeClr val="accent5">
            <a:hueOff val="3606099"/>
            <a:satOff val="-7323"/>
            <a:lumOff val="470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(4)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err="1" smtClean="0"/>
            <a:t>Orderless</a:t>
          </a:r>
          <a:r>
            <a:rPr lang="en-US" sz="1300" kern="1200" dirty="0" smtClean="0"/>
            <a:t> Manufacturing</a:t>
          </a:r>
          <a:endParaRPr lang="en-US" sz="1300" kern="1200" dirty="0"/>
        </a:p>
      </dsp:txBody>
      <dsp:txXfrm>
        <a:off x="3570282" y="3934592"/>
        <a:ext cx="1548184" cy="969602"/>
      </dsp:txXfrm>
    </dsp:sp>
    <dsp:sp modelId="{5629C044-B9A0-4360-9A4B-751EF4FDB158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227448" y="3106274"/>
              </a:moveTo>
              <a:arcTo wR="2145012" hR="2145012" stAng="9202541" swAng="1358979"/>
            </a:path>
          </a:pathLst>
        </a:custGeom>
        <a:noFill/>
        <a:ln w="9525" cap="rnd" cmpd="sng" algn="ctr">
          <a:solidFill>
            <a:schemeClr val="accent5">
              <a:hueOff val="3606099"/>
              <a:satOff val="-7323"/>
              <a:lumOff val="470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C4CC0-87ED-4A4D-B2D2-DE3903550471}">
      <dsp:nvSpPr>
        <dsp:cNvPr id="0" name=""/>
        <dsp:cNvSpPr/>
      </dsp:nvSpPr>
      <dsp:spPr>
        <a:xfrm>
          <a:off x="2738607" y="1483943"/>
          <a:ext cx="1653090" cy="1074508"/>
        </a:xfrm>
        <a:prstGeom prst="roundRect">
          <a:avLst/>
        </a:prstGeom>
        <a:solidFill>
          <a:schemeClr val="accent5">
            <a:hueOff val="4808133"/>
            <a:satOff val="-9764"/>
            <a:lumOff val="627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(5)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Collaboration</a:t>
          </a:r>
          <a:endParaRPr lang="en-US" sz="1300" kern="1200" dirty="0"/>
        </a:p>
      </dsp:txBody>
      <dsp:txXfrm>
        <a:off x="2791060" y="1536396"/>
        <a:ext cx="1548184" cy="969602"/>
      </dsp:txXfrm>
    </dsp:sp>
    <dsp:sp modelId="{C49CFDC5-4ECD-4F68-898A-EE3914D289A2}">
      <dsp:nvSpPr>
        <dsp:cNvPr id="0" name=""/>
        <dsp:cNvSpPr/>
      </dsp:nvSpPr>
      <dsp:spPr>
        <a:xfrm>
          <a:off x="3460168" y="539030"/>
          <a:ext cx="4290024" cy="4290024"/>
        </a:xfrm>
        <a:custGeom>
          <a:avLst/>
          <a:gdLst/>
          <a:ahLst/>
          <a:cxnLst/>
          <a:rect l="0" t="0" r="0" b="0"/>
          <a:pathLst>
            <a:path>
              <a:moveTo>
                <a:pt x="516115" y="749385"/>
              </a:moveTo>
              <a:arcTo wR="2145012" hR="2145012" stAng="13235384" swAng="1210572"/>
            </a:path>
          </a:pathLst>
        </a:custGeom>
        <a:noFill/>
        <a:ln w="9525" cap="rnd" cmpd="sng" algn="ctr">
          <a:solidFill>
            <a:schemeClr val="accent5">
              <a:hueOff val="4808133"/>
              <a:satOff val="-9764"/>
              <a:lumOff val="62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4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0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63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42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4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99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1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0788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85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5343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78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03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41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05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72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09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541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0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21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36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060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955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172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8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6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DD2AC1-72BB-420D-A159-66B7D588A20B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CD5D840-FDB7-4878-A55B-3470EFFEB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3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29"/>
          <a:stretch/>
        </p:blipFill>
        <p:spPr>
          <a:xfrm>
            <a:off x="0" y="-3294"/>
            <a:ext cx="12192000" cy="6835827"/>
          </a:xfrm>
          <a:prstGeom prst="rect">
            <a:avLst/>
          </a:prstGeom>
        </p:spPr>
      </p:pic>
      <p:sp>
        <p:nvSpPr>
          <p:cNvPr id="16" name="Title Placeholder 1"/>
          <p:cNvSpPr txBox="1">
            <a:spLocks/>
          </p:cNvSpPr>
          <p:nvPr/>
        </p:nvSpPr>
        <p:spPr>
          <a:xfrm>
            <a:off x="4439265" y="940059"/>
            <a:ext cx="7747810" cy="130169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b="1" dirty="0" smtClean="0">
                <a:solidFill>
                  <a:srgbClr val="FFFF00"/>
                </a:solidFill>
              </a:rPr>
              <a:t>Enterprise </a:t>
            </a:r>
          </a:p>
          <a:p>
            <a:pPr algn="ctr"/>
            <a:r>
              <a:rPr lang="en-US" sz="4000" b="1" dirty="0" smtClean="0">
                <a:solidFill>
                  <a:srgbClr val="FFFF00"/>
                </a:solidFill>
              </a:rPr>
              <a:t>Resource Planning</a:t>
            </a:r>
            <a:endParaRPr lang="en-US" sz="4000" b="1" dirty="0">
              <a:solidFill>
                <a:srgbClr val="FFFF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36777" y="5576594"/>
            <a:ext cx="3878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SISTEM INFORMASI TERINTEGRASI</a:t>
            </a:r>
          </a:p>
          <a:p>
            <a:pPr algn="ctr"/>
            <a:r>
              <a:rPr lang="en-US" b="1" dirty="0" smtClean="0">
                <a:solidFill>
                  <a:srgbClr val="0070C0"/>
                </a:solidFill>
              </a:rPr>
              <a:t>DAN PENGANTAR ERP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58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loud Callout 9"/>
          <p:cNvSpPr/>
          <p:nvPr/>
        </p:nvSpPr>
        <p:spPr>
          <a:xfrm>
            <a:off x="3495368" y="811168"/>
            <a:ext cx="3111909" cy="1305232"/>
          </a:xfrm>
          <a:prstGeom prst="cloudCallout">
            <a:avLst>
              <a:gd name="adj1" fmla="val -48389"/>
              <a:gd name="adj2" fmla="val 96646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Sistem</a:t>
            </a:r>
            <a:r>
              <a:rPr lang="en-US" b="1" dirty="0" smtClean="0"/>
              <a:t> </a:t>
            </a:r>
            <a:r>
              <a:rPr lang="en-US" b="1" dirty="0" err="1" smtClean="0"/>
              <a:t>Informasi</a:t>
            </a:r>
            <a:r>
              <a:rPr lang="en-US" b="1" dirty="0" smtClean="0"/>
              <a:t> </a:t>
            </a:r>
            <a:r>
              <a:rPr lang="en-US" b="1" dirty="0" err="1" smtClean="0"/>
              <a:t>Terintegrasi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942" y="1165128"/>
            <a:ext cx="5338916" cy="53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5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02192" y="231289"/>
            <a:ext cx="6651523" cy="47362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Sistem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Informasi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</a:rPr>
              <a:t>Terintegrasi</a:t>
            </a:r>
            <a:endParaRPr lang="en-US" dirty="0">
              <a:solidFill>
                <a:srgbClr val="0070C0"/>
              </a:solidFill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593305184"/>
              </p:ext>
            </p:extLst>
          </p:nvPr>
        </p:nvGraphicFramePr>
        <p:xfrm>
          <a:off x="176981" y="867150"/>
          <a:ext cx="11487354" cy="5105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404762" y="1725250"/>
            <a:ext cx="102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b="1" dirty="0" smtClean="0"/>
              <a:t>SISTEM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589934" y="3093840"/>
            <a:ext cx="1371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b="1" dirty="0" smtClean="0"/>
              <a:t>SISTEM</a:t>
            </a:r>
          </a:p>
          <a:p>
            <a:pPr lvl="0" algn="ctr"/>
            <a:r>
              <a:rPr lang="en-US" sz="1600" b="1" dirty="0" smtClean="0"/>
              <a:t>INFORMASI</a:t>
            </a:r>
            <a:endParaRPr lang="en-US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217130" y="4533468"/>
            <a:ext cx="14494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200" b="1" dirty="0" smtClean="0"/>
              <a:t>SISTEM</a:t>
            </a:r>
          </a:p>
          <a:p>
            <a:pPr lvl="0" algn="ctr"/>
            <a:r>
              <a:rPr lang="en-US" sz="1200" b="1" dirty="0" smtClean="0"/>
              <a:t>INFORMASI</a:t>
            </a:r>
          </a:p>
          <a:p>
            <a:pPr lvl="0" algn="ctr"/>
            <a:r>
              <a:rPr lang="en-US" sz="1200" b="1" dirty="0" smtClean="0"/>
              <a:t>TERINTEGRASI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55111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8" grpId="0">
        <p:bldAsOne/>
      </p:bldGraphic>
      <p:bldP spid="9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31771327"/>
              </p:ext>
            </p:extLst>
          </p:nvPr>
        </p:nvGraphicFramePr>
        <p:xfrm>
          <a:off x="1755059" y="1607573"/>
          <a:ext cx="9002711" cy="4560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Horizontal Scroll 5"/>
          <p:cNvSpPr/>
          <p:nvPr/>
        </p:nvSpPr>
        <p:spPr>
          <a:xfrm>
            <a:off x="1755059" y="217125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teknologi</a:t>
            </a:r>
            <a:r>
              <a:rPr lang="en-US" sz="2800" dirty="0"/>
              <a:t> </a:t>
            </a:r>
            <a:r>
              <a:rPr lang="en-US" sz="2800" dirty="0" err="1"/>
              <a:t>pendukung</a:t>
            </a:r>
            <a:r>
              <a:rPr lang="en-US" sz="2800" dirty="0"/>
              <a:t> </a:t>
            </a:r>
            <a:r>
              <a:rPr lang="en-US" sz="2800" dirty="0" err="1"/>
              <a:t>perusahaan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052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15729477"/>
              </p:ext>
            </p:extLst>
          </p:nvPr>
        </p:nvGraphicFramePr>
        <p:xfrm>
          <a:off x="1755059" y="1651818"/>
          <a:ext cx="9601199" cy="4560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Horizontal Scroll 5"/>
          <p:cNvSpPr/>
          <p:nvPr/>
        </p:nvSpPr>
        <p:spPr>
          <a:xfrm>
            <a:off x="1755059" y="217125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Sumber</a:t>
            </a:r>
            <a:r>
              <a:rPr lang="en-US" sz="2800" dirty="0" smtClean="0"/>
              <a:t> </a:t>
            </a:r>
            <a:r>
              <a:rPr lang="en-US" sz="2800" dirty="0" err="1" smtClean="0"/>
              <a:t>Daya</a:t>
            </a:r>
            <a:r>
              <a:rPr lang="en-US" sz="2800" dirty="0" smtClean="0"/>
              <a:t> </a:t>
            </a:r>
            <a:r>
              <a:rPr lang="en-US" sz="2800" dirty="0" err="1" smtClean="0"/>
              <a:t>Pendukung</a:t>
            </a:r>
            <a:r>
              <a:rPr lang="en-US" sz="2800" dirty="0" smtClean="0"/>
              <a:t> Perusahaan</a:t>
            </a: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094271" y="3746091"/>
            <a:ext cx="1268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 smtClean="0"/>
              <a:t>Tantangan</a:t>
            </a:r>
            <a:endParaRPr lang="en-US" sz="1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737708" y="2329310"/>
            <a:ext cx="1367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 smtClean="0"/>
              <a:t>Kondisi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786264" y="5101316"/>
            <a:ext cx="1268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Solusi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728451" y="6075050"/>
            <a:ext cx="8627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 err="1" smtClean="0"/>
              <a:t>Kemampuan</a:t>
            </a:r>
            <a:r>
              <a:rPr lang="en-US" sz="1400" b="1" dirty="0" smtClean="0"/>
              <a:t>: </a:t>
            </a:r>
            <a:r>
              <a:rPr lang="en-US" sz="1400" dirty="0" smtClean="0"/>
              <a:t>SDM </a:t>
            </a:r>
            <a:r>
              <a:rPr lang="en-US" sz="1400" dirty="0" err="1" smtClean="0"/>
              <a:t>dengan</a:t>
            </a:r>
            <a:r>
              <a:rPr lang="en-US" sz="1400" dirty="0" smtClean="0"/>
              <a:t> IPK </a:t>
            </a:r>
            <a:r>
              <a:rPr lang="en-US" sz="1400" dirty="0" err="1" smtClean="0"/>
              <a:t>tinggi</a:t>
            </a:r>
            <a:r>
              <a:rPr lang="en-US" sz="1400" dirty="0" smtClean="0"/>
              <a:t> + </a:t>
            </a:r>
            <a:r>
              <a:rPr lang="en-US" sz="1400" dirty="0" err="1" smtClean="0"/>
              <a:t>memiliki</a:t>
            </a:r>
            <a:r>
              <a:rPr lang="en-US" sz="1400" dirty="0" smtClean="0"/>
              <a:t> </a:t>
            </a:r>
            <a:r>
              <a:rPr lang="en-US" sz="1400" dirty="0" err="1" smtClean="0"/>
              <a:t>kemampuan</a:t>
            </a:r>
            <a:r>
              <a:rPr lang="en-US" sz="1400" dirty="0" smtClean="0"/>
              <a:t> </a:t>
            </a:r>
            <a:r>
              <a:rPr lang="en-US" sz="1400" dirty="0" err="1" smtClean="0"/>
              <a:t>beradaptasi</a:t>
            </a:r>
            <a:r>
              <a:rPr lang="en-US" sz="1400" dirty="0" smtClean="0"/>
              <a:t>, interpersonal, </a:t>
            </a:r>
            <a:r>
              <a:rPr lang="en-US" sz="1400" dirty="0" err="1" smtClean="0"/>
              <a:t>sosialisasi</a:t>
            </a:r>
            <a:r>
              <a:rPr lang="en-US" sz="1400" dirty="0" smtClean="0"/>
              <a:t> </a:t>
            </a:r>
            <a:r>
              <a:rPr lang="en-US" sz="1400" dirty="0" err="1" smtClean="0"/>
              <a:t>dan</a:t>
            </a:r>
            <a:r>
              <a:rPr lang="en-US" sz="1400" dirty="0" smtClean="0"/>
              <a:t> </a:t>
            </a:r>
            <a:r>
              <a:rPr lang="en-US" sz="1400" dirty="0" err="1" smtClean="0"/>
              <a:t>internalisasi</a:t>
            </a:r>
            <a:r>
              <a:rPr lang="en-US" sz="1400" dirty="0" smtClean="0"/>
              <a:t> (</a:t>
            </a:r>
            <a:r>
              <a:rPr lang="en-US" sz="1400" dirty="0" err="1" smtClean="0"/>
              <a:t>softskill</a:t>
            </a:r>
            <a:r>
              <a:rPr lang="en-US" sz="1400" dirty="0" smtClean="0"/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1914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2" grpId="0"/>
      <p:bldP spid="5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" r="24426" b="3441"/>
          <a:stretch/>
        </p:blipFill>
        <p:spPr>
          <a:xfrm>
            <a:off x="2920929" y="1139429"/>
            <a:ext cx="7536428" cy="5718571"/>
          </a:xfrm>
        </p:spPr>
      </p:pic>
      <p:sp>
        <p:nvSpPr>
          <p:cNvPr id="5" name="Horizontal Scroll 4"/>
          <p:cNvSpPr/>
          <p:nvPr/>
        </p:nvSpPr>
        <p:spPr>
          <a:xfrm>
            <a:off x="1681317" y="-4098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IT </a:t>
            </a:r>
            <a:r>
              <a:rPr lang="en-US" sz="2800" dirty="0" err="1" smtClean="0"/>
              <a:t>sebagai</a:t>
            </a:r>
            <a:r>
              <a:rPr lang="en-US" sz="2800" dirty="0" smtClean="0"/>
              <a:t> driven </a:t>
            </a:r>
            <a:r>
              <a:rPr lang="en-US" sz="2800" dirty="0" err="1" smtClean="0"/>
              <a:t>dalam</a:t>
            </a:r>
            <a:r>
              <a:rPr lang="en-US" sz="2800" dirty="0" smtClean="0"/>
              <a:t> </a:t>
            </a:r>
            <a:r>
              <a:rPr lang="en-US" sz="2800" dirty="0" err="1" smtClean="0"/>
              <a:t>mendukung</a:t>
            </a:r>
            <a:r>
              <a:rPr lang="en-US" sz="2800" dirty="0" smtClean="0"/>
              <a:t> </a:t>
            </a:r>
            <a:r>
              <a:rPr lang="en-US" sz="2800" dirty="0" err="1" smtClean="0"/>
              <a:t>organisasi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3669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5059" y="1868128"/>
            <a:ext cx="8915400" cy="4532671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/>
              <a:t>ERP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terintegrasi</a:t>
            </a:r>
            <a:r>
              <a:rPr lang="en-US" dirty="0" smtClean="0"/>
              <a:t> yang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kerangka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mengubah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membantu</a:t>
            </a:r>
            <a:r>
              <a:rPr lang="en-US" dirty="0" smtClean="0"/>
              <a:t> proses </a:t>
            </a:r>
            <a:r>
              <a:rPr lang="en-US" dirty="0" err="1" smtClean="0"/>
              <a:t>pembangunan</a:t>
            </a:r>
            <a:r>
              <a:rPr lang="en-US" dirty="0"/>
              <a:t> </a:t>
            </a:r>
            <a:r>
              <a:rPr lang="en-US" dirty="0" err="1" smtClean="0"/>
              <a:t>fondasi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r>
              <a:rPr lang="en-US" dirty="0" smtClean="0"/>
              <a:t> di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organisasi</a:t>
            </a:r>
            <a:r>
              <a:rPr lang="en-US" dirty="0" smtClean="0"/>
              <a:t>,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terimplementasi</a:t>
            </a:r>
            <a:r>
              <a:rPr lang="en-US" dirty="0" smtClean="0"/>
              <a:t> </a:t>
            </a:r>
            <a:r>
              <a:rPr lang="en-US" dirty="0" err="1" smtClean="0"/>
              <a:t>dlam</a:t>
            </a:r>
            <a:r>
              <a:rPr lang="en-US" dirty="0" smtClean="0"/>
              <a:t> </a:t>
            </a:r>
            <a:r>
              <a:rPr lang="en-US" dirty="0" err="1" smtClean="0"/>
              <a:t>skala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maupun</a:t>
            </a:r>
            <a:r>
              <a:rPr lang="en-US" dirty="0" smtClean="0"/>
              <a:t> </a:t>
            </a:r>
            <a:r>
              <a:rPr lang="en-US" dirty="0" err="1" smtClean="0"/>
              <a:t>bertahap</a:t>
            </a:r>
            <a:r>
              <a:rPr lang="en-US" dirty="0" smtClean="0"/>
              <a:t>. </a:t>
            </a:r>
            <a:r>
              <a:rPr lang="en-US" dirty="0" err="1" smtClean="0"/>
              <a:t>Implementasi</a:t>
            </a:r>
            <a:r>
              <a:rPr lang="en-US" dirty="0" smtClean="0"/>
              <a:t> ERP </a:t>
            </a:r>
            <a:r>
              <a:rPr lang="en-US" dirty="0" err="1" smtClean="0"/>
              <a:t>bertujuan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proses </a:t>
            </a:r>
            <a:r>
              <a:rPr lang="en-US" dirty="0" err="1" smtClean="0"/>
              <a:t>perbaikan</a:t>
            </a:r>
            <a:r>
              <a:rPr lang="en-US" dirty="0" smtClean="0"/>
              <a:t> </a:t>
            </a:r>
            <a:r>
              <a:rPr lang="en-US" dirty="0" err="1" smtClean="0"/>
              <a:t>fondasi</a:t>
            </a:r>
            <a:r>
              <a:rPr lang="en-US" dirty="0" smtClean="0"/>
              <a:t> </a:t>
            </a:r>
            <a:r>
              <a:rPr lang="en-US" dirty="0" err="1" smtClean="0"/>
              <a:t>manajemen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mengintegrasikan</a:t>
            </a:r>
            <a:r>
              <a:rPr lang="en-US" dirty="0" smtClean="0"/>
              <a:t> </a:t>
            </a:r>
            <a:r>
              <a:rPr lang="en-US" dirty="0" err="1" smtClean="0"/>
              <a:t>semua</a:t>
            </a:r>
            <a:r>
              <a:rPr lang="en-US" dirty="0" smtClean="0"/>
              <a:t> proses </a:t>
            </a:r>
            <a:r>
              <a:rPr lang="en-US" dirty="0" err="1" smtClean="0"/>
              <a:t>bisnis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area </a:t>
            </a:r>
            <a:r>
              <a:rPr lang="en-US" dirty="0" err="1" smtClean="0"/>
              <a:t>manufaktur</a:t>
            </a:r>
            <a:r>
              <a:rPr lang="en-US" dirty="0" smtClean="0"/>
              <a:t>, </a:t>
            </a:r>
            <a:r>
              <a:rPr lang="en-US" dirty="0" err="1" smtClean="0"/>
              <a:t>distribusi</a:t>
            </a:r>
            <a:r>
              <a:rPr lang="en-US" dirty="0" smtClean="0"/>
              <a:t>, </a:t>
            </a:r>
            <a:r>
              <a:rPr lang="en-US" dirty="0" err="1" smtClean="0"/>
              <a:t>keuangan</a:t>
            </a:r>
            <a:r>
              <a:rPr lang="en-US" dirty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juga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 smtClean="0"/>
              <a:t>daya</a:t>
            </a:r>
            <a:r>
              <a:rPr lang="en-US" dirty="0" smtClean="0"/>
              <a:t> </a:t>
            </a:r>
            <a:r>
              <a:rPr lang="en-US" dirty="0" err="1" smtClean="0"/>
              <a:t>manusia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err="1" smtClean="0"/>
              <a:t>Implementasi</a:t>
            </a:r>
            <a:r>
              <a:rPr lang="en-US" b="1" dirty="0" smtClean="0"/>
              <a:t> ERP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didukung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proses </a:t>
            </a:r>
            <a:r>
              <a:rPr lang="en-US" b="1" i="1" dirty="0" smtClean="0"/>
              <a:t>Business Process Reengineering</a:t>
            </a:r>
            <a:r>
              <a:rPr lang="en-US" dirty="0" smtClean="0"/>
              <a:t> (BPR) yang </a:t>
            </a:r>
            <a:r>
              <a:rPr lang="en-US" dirty="0" err="1" smtClean="0"/>
              <a:t>tepat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terkoordinasi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 smtClean="0"/>
              <a:t>BPR</a:t>
            </a:r>
            <a:r>
              <a:rPr lang="en-US" dirty="0" smtClean="0"/>
              <a:t>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proses </a:t>
            </a:r>
            <a:r>
              <a:rPr lang="en-US" dirty="0" err="1" smtClean="0"/>
              <a:t>perubahan</a:t>
            </a:r>
            <a:r>
              <a:rPr lang="en-US" dirty="0" smtClean="0"/>
              <a:t> </a:t>
            </a:r>
            <a:r>
              <a:rPr lang="en-US" dirty="0" err="1" smtClean="0"/>
              <a:t>pola</a:t>
            </a:r>
            <a:r>
              <a:rPr lang="en-US" dirty="0" smtClean="0"/>
              <a:t> </a:t>
            </a:r>
            <a:r>
              <a:rPr lang="en-US" dirty="0" err="1" smtClean="0"/>
              <a:t>pikir</a:t>
            </a:r>
            <a:r>
              <a:rPr lang="en-US" dirty="0" smtClean="0"/>
              <a:t> yang </a:t>
            </a:r>
            <a:r>
              <a:rPr lang="en-US" dirty="0" err="1" smtClean="0"/>
              <a:t>bersifat</a:t>
            </a:r>
            <a:r>
              <a:rPr lang="en-US" dirty="0" smtClean="0"/>
              <a:t> fundamental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 smtClean="0"/>
              <a:t>perancangan</a:t>
            </a:r>
            <a:r>
              <a:rPr lang="en-US" dirty="0" smtClean="0"/>
              <a:t> </a:t>
            </a:r>
            <a:r>
              <a:rPr lang="en-US" dirty="0" err="1" smtClean="0"/>
              <a:t>ulang</a:t>
            </a:r>
            <a:r>
              <a:rPr lang="en-US" dirty="0" smtClean="0"/>
              <a:t> </a:t>
            </a:r>
            <a:r>
              <a:rPr lang="en-US" dirty="0" err="1" smtClean="0"/>
              <a:t>setiap</a:t>
            </a:r>
            <a:r>
              <a:rPr lang="en-US" dirty="0" smtClean="0"/>
              <a:t> proses </a:t>
            </a:r>
            <a:r>
              <a:rPr lang="en-US" dirty="0" err="1" smtClean="0"/>
              <a:t>bisnis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mencapai</a:t>
            </a:r>
            <a:r>
              <a:rPr lang="en-US" dirty="0" smtClean="0"/>
              <a:t> </a:t>
            </a:r>
            <a:r>
              <a:rPr lang="en-US" dirty="0" err="1" smtClean="0"/>
              <a:t>perbaikan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dramatis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memperhitungkan</a:t>
            </a:r>
            <a:r>
              <a:rPr lang="en-US" dirty="0" smtClean="0"/>
              <a:t> </a:t>
            </a:r>
            <a:r>
              <a:rPr lang="en-US" dirty="0" err="1" smtClean="0"/>
              <a:t>biaya</a:t>
            </a:r>
            <a:r>
              <a:rPr lang="en-US" dirty="0" smtClean="0"/>
              <a:t>, </a:t>
            </a:r>
            <a:r>
              <a:rPr lang="en-US" dirty="0" err="1" smtClean="0"/>
              <a:t>kualitas</a:t>
            </a:r>
            <a:r>
              <a:rPr lang="en-US" dirty="0" smtClean="0"/>
              <a:t>, </a:t>
            </a:r>
            <a:r>
              <a:rPr lang="en-US" dirty="0" err="1" smtClean="0"/>
              <a:t>kecepatan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pelayanan</a:t>
            </a:r>
            <a:r>
              <a:rPr lang="en-US" dirty="0" smtClean="0"/>
              <a:t> yang </a:t>
            </a:r>
            <a:r>
              <a:rPr lang="en-US" dirty="0" err="1" smtClean="0"/>
              <a:t>terbaik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Horizontal Scroll 3"/>
          <p:cNvSpPr/>
          <p:nvPr/>
        </p:nvSpPr>
        <p:spPr>
          <a:xfrm>
            <a:off x="1755059" y="217125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Analisa</a:t>
            </a:r>
            <a:r>
              <a:rPr lang="en-US" sz="2800" dirty="0" smtClean="0"/>
              <a:t> </a:t>
            </a:r>
            <a:r>
              <a:rPr lang="en-US" sz="2800" dirty="0" err="1" smtClean="0"/>
              <a:t>Kebutuhan</a:t>
            </a:r>
            <a:r>
              <a:rPr lang="en-US" sz="2800" dirty="0" smtClean="0"/>
              <a:t> TI di Perusahaan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5097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Konsep</a:t>
            </a:r>
            <a:r>
              <a:rPr lang="en-US" sz="2800" dirty="0" smtClean="0"/>
              <a:t> </a:t>
            </a:r>
            <a:r>
              <a:rPr lang="en-US" sz="2800" dirty="0" err="1" smtClean="0"/>
              <a:t>Integrasi</a:t>
            </a:r>
            <a:r>
              <a:rPr lang="en-US" sz="2800" dirty="0" smtClean="0"/>
              <a:t> </a:t>
            </a:r>
            <a:r>
              <a:rPr lang="en-US" sz="2800" dirty="0" err="1" smtClean="0"/>
              <a:t>Sistem</a:t>
            </a:r>
            <a:r>
              <a:rPr lang="en-US" sz="2800" dirty="0" smtClean="0"/>
              <a:t> </a:t>
            </a:r>
            <a:r>
              <a:rPr lang="en-US" sz="2800" dirty="0" err="1" smtClean="0"/>
              <a:t>Informasi</a:t>
            </a:r>
            <a:r>
              <a:rPr lang="en-US" sz="2800" dirty="0" smtClean="0"/>
              <a:t> </a:t>
            </a:r>
            <a:r>
              <a:rPr lang="en-US" sz="2800" dirty="0" err="1" smtClean="0"/>
              <a:t>dari</a:t>
            </a:r>
            <a:r>
              <a:rPr lang="en-US" sz="2800" dirty="0" smtClean="0"/>
              <a:t> ERP</a:t>
            </a:r>
            <a:endParaRPr lang="en-US" sz="2800" dirty="0"/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7245768" y="5106491"/>
            <a:ext cx="4946232" cy="17673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algn="just"/>
            <a:r>
              <a:rPr lang="en-US" dirty="0" err="1" smtClean="0"/>
              <a:t>Pendataan</a:t>
            </a:r>
            <a:r>
              <a:rPr lang="en-US" dirty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/>
              <a:t>t</a:t>
            </a:r>
            <a:r>
              <a:rPr lang="en-US" dirty="0" err="1" smtClean="0"/>
              <a:t>epat</a:t>
            </a:r>
            <a:endParaRPr lang="en-US" dirty="0" smtClean="0"/>
          </a:p>
          <a:p>
            <a:pPr algn="just"/>
            <a:r>
              <a:rPr lang="en-US" i="1" dirty="0" smtClean="0"/>
              <a:t>Online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i="1" dirty="0" err="1" smtClean="0"/>
              <a:t>Realtime</a:t>
            </a:r>
            <a:endParaRPr lang="en-US" i="1" dirty="0" smtClean="0"/>
          </a:p>
          <a:p>
            <a:pPr algn="just"/>
            <a:r>
              <a:rPr lang="en-US" i="1" dirty="0" smtClean="0"/>
              <a:t>Database </a:t>
            </a:r>
            <a:r>
              <a:rPr lang="en-US" dirty="0" err="1" smtClean="0"/>
              <a:t>tunggal</a:t>
            </a:r>
            <a:endParaRPr lang="en-US" dirty="0" smtClean="0"/>
          </a:p>
          <a:p>
            <a:pPr algn="just"/>
            <a:r>
              <a:rPr lang="en-US" dirty="0" err="1" smtClean="0"/>
              <a:t>Semua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r>
              <a:rPr lang="en-US" dirty="0" smtClean="0"/>
              <a:t> </a:t>
            </a:r>
            <a:r>
              <a:rPr lang="en-US" dirty="0" err="1" smtClean="0"/>
              <a:t>terintegrasi</a:t>
            </a:r>
            <a:r>
              <a:rPr lang="en-US" dirty="0" smtClean="0"/>
              <a:t> di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endParaRPr lang="en-US" dirty="0" smtClean="0"/>
          </a:p>
          <a:p>
            <a:pPr algn="just"/>
            <a:endParaRPr lang="en-US" i="1" dirty="0" smtClean="0"/>
          </a:p>
          <a:p>
            <a:pPr algn="just"/>
            <a:endParaRPr lang="en-US" dirty="0"/>
          </a:p>
        </p:txBody>
      </p:sp>
      <p:sp>
        <p:nvSpPr>
          <p:cNvPr id="36" name="Flowchart: Magnetic Disk 35"/>
          <p:cNvSpPr/>
          <p:nvPr/>
        </p:nvSpPr>
        <p:spPr>
          <a:xfrm>
            <a:off x="4011562" y="3131477"/>
            <a:ext cx="1371600" cy="1374146"/>
          </a:xfrm>
          <a:prstGeom prst="flowChartMagneticDisk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Centarl</a:t>
            </a:r>
            <a:r>
              <a:rPr lang="en-US" dirty="0" smtClean="0">
                <a:solidFill>
                  <a:schemeClr val="bg1"/>
                </a:solidFill>
              </a:rPr>
              <a:t> Data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Flowchart: Multidocument 36"/>
          <p:cNvSpPr/>
          <p:nvPr/>
        </p:nvSpPr>
        <p:spPr>
          <a:xfrm>
            <a:off x="1179872" y="2992646"/>
            <a:ext cx="1696064" cy="1651819"/>
          </a:xfrm>
          <a:prstGeom prst="flowChartMulti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Marketing and Sales</a:t>
            </a:r>
            <a:endParaRPr lang="en-US" dirty="0"/>
          </a:p>
        </p:txBody>
      </p:sp>
      <p:sp>
        <p:nvSpPr>
          <p:cNvPr id="38" name="Flowchart: Multidocument 37"/>
          <p:cNvSpPr/>
          <p:nvPr/>
        </p:nvSpPr>
        <p:spPr>
          <a:xfrm>
            <a:off x="6508956" y="2988963"/>
            <a:ext cx="1882875" cy="1651819"/>
          </a:xfrm>
          <a:prstGeom prst="flowChartMulti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Accounting and Finance</a:t>
            </a:r>
            <a:endParaRPr lang="en-US" dirty="0"/>
          </a:p>
        </p:txBody>
      </p:sp>
      <p:sp>
        <p:nvSpPr>
          <p:cNvPr id="39" name="Flowchart: Multidocument 38"/>
          <p:cNvSpPr/>
          <p:nvPr/>
        </p:nvSpPr>
        <p:spPr>
          <a:xfrm>
            <a:off x="3888656" y="1401095"/>
            <a:ext cx="1882875" cy="1340830"/>
          </a:xfrm>
          <a:prstGeom prst="flowChartMulti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Human Resource</a:t>
            </a:r>
            <a:endParaRPr lang="en-US" dirty="0"/>
          </a:p>
        </p:txBody>
      </p:sp>
      <p:cxnSp>
        <p:nvCxnSpPr>
          <p:cNvPr id="41" name="Straight Arrow Connector 40"/>
          <p:cNvCxnSpPr>
            <a:stCxn id="39" idx="2"/>
            <a:endCxn id="36" idx="1"/>
          </p:cNvCxnSpPr>
          <p:nvPr/>
        </p:nvCxnSpPr>
        <p:spPr>
          <a:xfrm flipH="1">
            <a:off x="4697362" y="2691147"/>
            <a:ext cx="1802" cy="44033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7" idx="3"/>
            <a:endCxn id="36" idx="2"/>
          </p:cNvCxnSpPr>
          <p:nvPr/>
        </p:nvCxnSpPr>
        <p:spPr>
          <a:xfrm flipV="1">
            <a:off x="2875936" y="3818550"/>
            <a:ext cx="1135626" cy="6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8" idx="1"/>
            <a:endCxn id="36" idx="4"/>
          </p:cNvCxnSpPr>
          <p:nvPr/>
        </p:nvCxnSpPr>
        <p:spPr>
          <a:xfrm flipH="1">
            <a:off x="5383162" y="3814873"/>
            <a:ext cx="1125794" cy="3677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Multidocument 45"/>
          <p:cNvSpPr/>
          <p:nvPr/>
        </p:nvSpPr>
        <p:spPr>
          <a:xfrm>
            <a:off x="3500286" y="5106491"/>
            <a:ext cx="2099187" cy="1651819"/>
          </a:xfrm>
          <a:prstGeom prst="flowChartMulti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Production and material management</a:t>
            </a:r>
            <a:endParaRPr lang="en-US" dirty="0"/>
          </a:p>
        </p:txBody>
      </p:sp>
      <p:cxnSp>
        <p:nvCxnSpPr>
          <p:cNvPr id="48" name="Straight Arrow Connector 47"/>
          <p:cNvCxnSpPr>
            <a:stCxn id="46" idx="0"/>
            <a:endCxn id="36" idx="3"/>
          </p:cNvCxnSpPr>
          <p:nvPr/>
        </p:nvCxnSpPr>
        <p:spPr>
          <a:xfrm flipV="1">
            <a:off x="4694296" y="4505623"/>
            <a:ext cx="3066" cy="600868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76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Benefit </a:t>
            </a:r>
            <a:r>
              <a:rPr lang="en-US" sz="2800" dirty="0" err="1" smtClean="0"/>
              <a:t>Integrasi</a:t>
            </a:r>
            <a:r>
              <a:rPr lang="en-US" sz="2800" dirty="0" smtClean="0"/>
              <a:t> </a:t>
            </a:r>
            <a:r>
              <a:rPr lang="en-US" sz="2800" dirty="0" err="1" smtClean="0"/>
              <a:t>Sistem</a:t>
            </a:r>
            <a:r>
              <a:rPr lang="en-US" sz="2800" dirty="0" smtClean="0"/>
              <a:t> </a:t>
            </a:r>
            <a:r>
              <a:rPr lang="en-US" sz="2800" dirty="0" err="1" smtClean="0"/>
              <a:t>Informasi</a:t>
            </a:r>
            <a:r>
              <a:rPr lang="en-US" sz="2800" dirty="0" smtClean="0"/>
              <a:t> </a:t>
            </a:r>
            <a:r>
              <a:rPr lang="en-US" sz="2800" dirty="0" err="1" smtClean="0"/>
              <a:t>dari</a:t>
            </a:r>
            <a:r>
              <a:rPr lang="en-US" sz="2800" dirty="0" smtClean="0"/>
              <a:t> ERP</a:t>
            </a:r>
            <a:endParaRPr lang="en-US" sz="2800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4142538086"/>
              </p:ext>
            </p:extLst>
          </p:nvPr>
        </p:nvGraphicFramePr>
        <p:xfrm>
          <a:off x="2061497" y="1401095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313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622324" y="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Kebutuhan</a:t>
            </a:r>
            <a:r>
              <a:rPr lang="en-US" sz="2800" dirty="0" smtClean="0"/>
              <a:t> ERP </a:t>
            </a:r>
            <a:r>
              <a:rPr lang="en-US" sz="2800" dirty="0" err="1" smtClean="0"/>
              <a:t>untuk</a:t>
            </a:r>
            <a:r>
              <a:rPr lang="en-US" sz="2800" dirty="0" smtClean="0"/>
              <a:t> </a:t>
            </a:r>
            <a:r>
              <a:rPr lang="en-US" sz="2800" dirty="0" err="1" smtClean="0"/>
              <a:t>perusahaan</a:t>
            </a:r>
            <a:endParaRPr lang="en-US" sz="2800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52133843"/>
              </p:ext>
            </p:extLst>
          </p:nvPr>
        </p:nvGraphicFramePr>
        <p:xfrm>
          <a:off x="2046748" y="1280104"/>
          <a:ext cx="869991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61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299019"/>
              </p:ext>
            </p:extLst>
          </p:nvPr>
        </p:nvGraphicFramePr>
        <p:xfrm>
          <a:off x="1483083" y="1750142"/>
          <a:ext cx="9263575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Horizontal Scroll 3"/>
          <p:cNvSpPr/>
          <p:nvPr/>
        </p:nvSpPr>
        <p:spPr>
          <a:xfrm>
            <a:off x="1622324" y="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Motivasi</a:t>
            </a:r>
            <a:r>
              <a:rPr lang="en-US" sz="2800" dirty="0" smtClean="0"/>
              <a:t> </a:t>
            </a:r>
            <a:r>
              <a:rPr lang="en-US" sz="2800" dirty="0" err="1" smtClean="0"/>
              <a:t>perusahaan</a:t>
            </a:r>
            <a:r>
              <a:rPr lang="en-US" sz="2800" dirty="0" smtClean="0"/>
              <a:t> </a:t>
            </a:r>
            <a:r>
              <a:rPr lang="en-US" sz="2800" dirty="0" err="1" smtClean="0"/>
              <a:t>menggunakan</a:t>
            </a:r>
            <a:r>
              <a:rPr lang="en-US" sz="2800" dirty="0" smtClean="0"/>
              <a:t> ERP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5562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Analisa</a:t>
            </a:r>
            <a:r>
              <a:rPr lang="en-US" sz="2800" dirty="0" smtClean="0"/>
              <a:t> </a:t>
            </a:r>
            <a:r>
              <a:rPr lang="en-US" sz="2800" dirty="0" err="1" smtClean="0"/>
              <a:t>Motivasi</a:t>
            </a:r>
            <a:r>
              <a:rPr lang="en-US" sz="2800" dirty="0" smtClean="0"/>
              <a:t> </a:t>
            </a:r>
            <a:r>
              <a:rPr lang="en-US" sz="2800" dirty="0" err="1" smtClean="0"/>
              <a:t>Teknologi</a:t>
            </a:r>
            <a:endParaRPr lang="en-US" sz="2800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4157091217"/>
              </p:ext>
            </p:extLst>
          </p:nvPr>
        </p:nvGraphicFramePr>
        <p:xfrm>
          <a:off x="2061497" y="1401095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613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Analisa</a:t>
            </a:r>
            <a:r>
              <a:rPr lang="en-US" sz="2800" dirty="0" smtClean="0"/>
              <a:t> </a:t>
            </a:r>
            <a:r>
              <a:rPr lang="en-US" sz="2800" dirty="0" err="1" smtClean="0"/>
              <a:t>Motivasi</a:t>
            </a:r>
            <a:r>
              <a:rPr lang="en-US" sz="2800" dirty="0" smtClean="0"/>
              <a:t> </a:t>
            </a:r>
            <a:r>
              <a:rPr lang="en-US" sz="2800" dirty="0" err="1" smtClean="0"/>
              <a:t>Operasional</a:t>
            </a:r>
            <a:endParaRPr lang="en-US" sz="2800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768821317"/>
              </p:ext>
            </p:extLst>
          </p:nvPr>
        </p:nvGraphicFramePr>
        <p:xfrm>
          <a:off x="2061497" y="1401095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4822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625278" y="267451"/>
            <a:ext cx="4020901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Proses </a:t>
            </a:r>
            <a:r>
              <a:rPr lang="en-US" sz="2800" dirty="0" err="1" smtClean="0"/>
              <a:t>Investasi</a:t>
            </a:r>
            <a:endParaRPr lang="en-US" sz="28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7306" y="2464037"/>
            <a:ext cx="4870494" cy="2504203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 lvl="0"/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pertimbangan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 smtClean="0"/>
              <a:t>integrasi</a:t>
            </a:r>
            <a:r>
              <a:rPr lang="en-US" dirty="0"/>
              <a:t>,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operasional</a:t>
            </a:r>
            <a:r>
              <a:rPr lang="en-US" dirty="0"/>
              <a:t>,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mempertimbangkan</a:t>
            </a:r>
            <a:r>
              <a:rPr lang="en-US" dirty="0"/>
              <a:t> </a:t>
            </a:r>
            <a:r>
              <a:rPr lang="en-US" dirty="0" err="1"/>
              <a:t>anggaran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 smtClean="0"/>
              <a:t>investasi</a:t>
            </a:r>
            <a:r>
              <a:rPr lang="en-US" dirty="0" smtClean="0"/>
              <a:t> yang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dikeluarkan</a:t>
            </a:r>
            <a:r>
              <a:rPr lang="en-US" dirty="0" smtClean="0"/>
              <a:t>.</a:t>
            </a:r>
          </a:p>
          <a:p>
            <a:pPr lvl="0"/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memahami</a:t>
            </a:r>
            <a:r>
              <a:rPr lang="en-US" dirty="0" smtClean="0"/>
              <a:t> proses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di </a:t>
            </a:r>
            <a:r>
              <a:rPr lang="en-US" dirty="0" err="1" smtClean="0"/>
              <a:t>samping</a:t>
            </a:r>
            <a:r>
              <a:rPr lang="en-US" dirty="0" smtClean="0"/>
              <a:t>, </a:t>
            </a:r>
            <a:r>
              <a:rPr lang="en-US" dirty="0" err="1" smtClean="0"/>
              <a:t>tentunya</a:t>
            </a:r>
            <a:r>
              <a:rPr lang="en-US" dirty="0" smtClean="0"/>
              <a:t> </a:t>
            </a:r>
            <a:r>
              <a:rPr lang="en-US" dirty="0" err="1" smtClean="0"/>
              <a:t>pemahaman</a:t>
            </a:r>
            <a:r>
              <a:rPr lang="en-US" dirty="0" smtClean="0"/>
              <a:t> yang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internal </a:t>
            </a:r>
            <a:r>
              <a:rPr lang="en-US" dirty="0" err="1" smtClean="0"/>
              <a:t>tim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manajemen</a:t>
            </a:r>
            <a:r>
              <a:rPr lang="en-US" dirty="0" smtClean="0"/>
              <a:t> </a:t>
            </a:r>
            <a:r>
              <a:rPr lang="en-US" dirty="0" err="1" smtClean="0"/>
              <a:t>puncak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selaras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sinergi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apa</a:t>
            </a:r>
            <a:r>
              <a:rPr lang="en-US" dirty="0" smtClean="0"/>
              <a:t> yang </a:t>
            </a:r>
            <a:r>
              <a:rPr lang="en-US" dirty="0" err="1" smtClean="0"/>
              <a:t>diharapkan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388431" y="3316534"/>
            <a:ext cx="2596945" cy="25969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Select</a:t>
            </a:r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How do you know you have selected the best project?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375776" y="290658"/>
            <a:ext cx="3025876" cy="3025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Control</a:t>
            </a:r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>
                <a:latin typeface="Adobe Kaiti Std R" panose="02020400000000000000" pitchFamily="18" charset="-128"/>
                <a:ea typeface="Adobe Kaiti Std R" panose="02020400000000000000" pitchFamily="18" charset="-128"/>
              </a:rPr>
              <a:t>What are you doing to ensure that the projector will deliver the benefits projected?</a:t>
            </a:r>
            <a:endParaRPr lang="en-US" dirty="0">
              <a:latin typeface="Adobe Kaiti Std R" panose="02020400000000000000" pitchFamily="18" charset="-128"/>
              <a:ea typeface="Adobe Kaiti Std R" panose="02020400000000000000" pitchFamily="18" charset="-128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9276946" y="3316534"/>
            <a:ext cx="2743200" cy="2743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Evaluate</a:t>
            </a:r>
            <a:endParaRPr lang="en-US" sz="1200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Did the systems deliver what you expected?</a:t>
            </a:r>
            <a:endParaRPr lang="en-US" dirty="0"/>
          </a:p>
        </p:txBody>
      </p:sp>
      <p:sp>
        <p:nvSpPr>
          <p:cNvPr id="13" name="Curved Left Arrow 12"/>
          <p:cNvSpPr/>
          <p:nvPr/>
        </p:nvSpPr>
        <p:spPr>
          <a:xfrm rot="13159459">
            <a:off x="5887425" y="994353"/>
            <a:ext cx="1163889" cy="2326250"/>
          </a:xfrm>
          <a:prstGeom prst="curvedLeftArrow">
            <a:avLst>
              <a:gd name="adj1" fmla="val 25000"/>
              <a:gd name="adj2" fmla="val 78620"/>
              <a:gd name="adj3" fmla="val 5191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Left Arrow 13"/>
          <p:cNvSpPr/>
          <p:nvPr/>
        </p:nvSpPr>
        <p:spPr>
          <a:xfrm rot="20360992">
            <a:off x="10774451" y="1226378"/>
            <a:ext cx="1163889" cy="2326250"/>
          </a:xfrm>
          <a:prstGeom prst="curvedLeftArrow">
            <a:avLst>
              <a:gd name="adj1" fmla="val 25000"/>
              <a:gd name="adj2" fmla="val 62444"/>
              <a:gd name="adj3" fmla="val 5191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Left Arrow 14"/>
          <p:cNvSpPr/>
          <p:nvPr/>
        </p:nvSpPr>
        <p:spPr>
          <a:xfrm rot="5627445">
            <a:off x="8198823" y="4679159"/>
            <a:ext cx="764473" cy="3046897"/>
          </a:xfrm>
          <a:prstGeom prst="curvedLeftArrow">
            <a:avLst>
              <a:gd name="adj1" fmla="val 25000"/>
              <a:gd name="adj2" fmla="val 78620"/>
              <a:gd name="adj3" fmla="val 5191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04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Kriteria</a:t>
            </a:r>
            <a:r>
              <a:rPr lang="en-US" sz="2800" dirty="0" smtClean="0"/>
              <a:t> </a:t>
            </a:r>
            <a:r>
              <a:rPr lang="en-US" sz="2800" dirty="0" err="1" smtClean="0"/>
              <a:t>pemilihan</a:t>
            </a:r>
            <a:r>
              <a:rPr lang="en-US" sz="2800" dirty="0" smtClean="0"/>
              <a:t> ERP </a:t>
            </a:r>
            <a:r>
              <a:rPr lang="en-US" sz="2800" dirty="0" err="1" smtClean="0"/>
              <a:t>untuk</a:t>
            </a:r>
            <a:r>
              <a:rPr lang="en-US" sz="2800" dirty="0" smtClean="0"/>
              <a:t> Perusahaan</a:t>
            </a:r>
            <a:endParaRPr lang="en-US" sz="2800" dirty="0"/>
          </a:p>
        </p:txBody>
      </p:sp>
      <p:graphicFrame>
        <p:nvGraphicFramePr>
          <p:cNvPr id="15" name="Content Placeholder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892595"/>
              </p:ext>
            </p:extLst>
          </p:nvPr>
        </p:nvGraphicFramePr>
        <p:xfrm>
          <a:off x="981638" y="1696063"/>
          <a:ext cx="11210362" cy="5029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199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5 factor </a:t>
            </a:r>
            <a:r>
              <a:rPr lang="en-US" sz="2800" dirty="0" err="1" smtClean="0"/>
              <a:t>kontribusi</a:t>
            </a:r>
            <a:r>
              <a:rPr lang="en-US" sz="2800" dirty="0" smtClean="0"/>
              <a:t> ERP </a:t>
            </a:r>
            <a:r>
              <a:rPr lang="en-US" sz="2800" dirty="0" err="1" smtClean="0"/>
              <a:t>terhadap</a:t>
            </a:r>
            <a:r>
              <a:rPr lang="en-US" sz="2800" dirty="0" smtClean="0"/>
              <a:t> </a:t>
            </a:r>
            <a:r>
              <a:rPr lang="en-US" sz="2800" dirty="0" err="1" smtClean="0"/>
              <a:t>perusahaan</a:t>
            </a:r>
            <a:endParaRPr lang="en-US" sz="2800" dirty="0"/>
          </a:p>
        </p:txBody>
      </p:sp>
      <p:graphicFrame>
        <p:nvGraphicFramePr>
          <p:cNvPr id="15" name="Content Placeholder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275638"/>
              </p:ext>
            </p:extLst>
          </p:nvPr>
        </p:nvGraphicFramePr>
        <p:xfrm>
          <a:off x="981638" y="1696063"/>
          <a:ext cx="11210362" cy="5029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171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Sebelum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sesudah</a:t>
            </a:r>
            <a:r>
              <a:rPr lang="en-US" sz="2800" dirty="0" smtClean="0"/>
              <a:t> </a:t>
            </a:r>
            <a:r>
              <a:rPr lang="en-US" sz="2800" dirty="0" err="1" smtClean="0"/>
              <a:t>menerapkan</a:t>
            </a:r>
            <a:r>
              <a:rPr lang="en-US" sz="2800" dirty="0" smtClean="0"/>
              <a:t> ERP</a:t>
            </a:r>
            <a:endParaRPr lang="en-US" sz="2800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6277767"/>
              </p:ext>
            </p:extLst>
          </p:nvPr>
        </p:nvGraphicFramePr>
        <p:xfrm>
          <a:off x="1859526" y="2059858"/>
          <a:ext cx="8915400" cy="3736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3538253904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1738896860"/>
                    </a:ext>
                  </a:extLst>
                </a:gridCol>
              </a:tblGrid>
              <a:tr h="53375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Function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952425"/>
                  </a:ext>
                </a:extLst>
              </a:tr>
              <a:tr h="533751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Focus on</a:t>
                      </a:r>
                      <a:r>
                        <a:rPr lang="en-US" baseline="0" dirty="0" smtClean="0"/>
                        <a:t> “what”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Focus on “how”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382275"/>
                  </a:ext>
                </a:extLst>
              </a:tr>
              <a:tr h="533751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Vertical; chain of</a:t>
                      </a:r>
                      <a:r>
                        <a:rPr lang="en-US" baseline="0" dirty="0" smtClean="0"/>
                        <a:t> command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Horizontal; workflow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7679"/>
                  </a:ext>
                </a:extLst>
              </a:tr>
              <a:tr h="533751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Static; slice-in-time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Dynamic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698338"/>
                  </a:ext>
                </a:extLst>
              </a:tr>
              <a:tr h="533751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Task</a:t>
                      </a:r>
                      <a:r>
                        <a:rPr lang="en-US" baseline="0" dirty="0" smtClean="0"/>
                        <a:t>-oriented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Customer-oriented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912784"/>
                  </a:ext>
                </a:extLst>
              </a:tr>
              <a:tr h="533751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Individual; specialist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Team; generalist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950628"/>
                  </a:ext>
                </a:extLst>
              </a:tr>
              <a:tr h="533751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Parochial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holistic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789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64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Kerangka</a:t>
            </a:r>
            <a:r>
              <a:rPr lang="en-US" sz="2800" dirty="0" smtClean="0"/>
              <a:t> Corporate Core </a:t>
            </a:r>
            <a:r>
              <a:rPr lang="en-US" sz="2800" dirty="0" err="1" smtClean="0"/>
              <a:t>dari</a:t>
            </a:r>
            <a:r>
              <a:rPr lang="en-US" sz="2800" dirty="0" smtClean="0"/>
              <a:t> </a:t>
            </a:r>
            <a:r>
              <a:rPr lang="en-US" sz="2800" dirty="0" err="1" smtClean="0"/>
              <a:t>suatu</a:t>
            </a:r>
            <a:r>
              <a:rPr lang="en-US" sz="2800" dirty="0" smtClean="0"/>
              <a:t> </a:t>
            </a:r>
            <a:r>
              <a:rPr lang="en-US" sz="2800" dirty="0" err="1" smtClean="0"/>
              <a:t>Organisasi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50" b="37419"/>
          <a:stretch/>
        </p:blipFill>
        <p:spPr>
          <a:xfrm>
            <a:off x="2774888" y="1224116"/>
            <a:ext cx="7084676" cy="563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Carilah</a:t>
            </a:r>
            <a:r>
              <a:rPr lang="en-US" dirty="0" smtClean="0"/>
              <a:t> 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perusahaan</a:t>
            </a:r>
            <a:r>
              <a:rPr lang="en-US" dirty="0" smtClean="0"/>
              <a:t> yang </a:t>
            </a:r>
            <a:r>
              <a:rPr lang="en-US" dirty="0" err="1" smtClean="0"/>
              <a:t>menerapkan</a:t>
            </a:r>
            <a:r>
              <a:rPr lang="en-US" dirty="0" smtClean="0"/>
              <a:t> ERP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bagaimana</a:t>
            </a:r>
            <a:r>
              <a:rPr lang="en-US" dirty="0" smtClean="0"/>
              <a:t> ERP </a:t>
            </a:r>
            <a:r>
              <a:rPr lang="en-US" dirty="0" err="1" smtClean="0"/>
              <a:t>diterapkan</a:t>
            </a:r>
            <a:r>
              <a:rPr lang="en-US" dirty="0" smtClean="0"/>
              <a:t> di </a:t>
            </a:r>
            <a:r>
              <a:rPr lang="en-US" dirty="0" err="1" smtClean="0"/>
              <a:t>perusahaan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?</a:t>
            </a:r>
            <a:endParaRPr lang="en-US" dirty="0" smtClean="0"/>
          </a:p>
          <a:p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dikumpulkan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absensi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Google Class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hari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r>
              <a:rPr lang="en-US" dirty="0" smtClean="0"/>
              <a:t> </a:t>
            </a:r>
            <a:r>
              <a:rPr lang="en-US" dirty="0" err="1" smtClean="0"/>
              <a:t>maksimal</a:t>
            </a:r>
            <a:r>
              <a:rPr lang="en-US" dirty="0" smtClean="0"/>
              <a:t> jam 21.00 </a:t>
            </a:r>
          </a:p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pertanyaan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ditanyakan</a:t>
            </a:r>
            <a:r>
              <a:rPr lang="en-US" dirty="0" smtClean="0"/>
              <a:t> di </a:t>
            </a:r>
            <a:r>
              <a:rPr lang="en-US" dirty="0" err="1" smtClean="0"/>
              <a:t>colom</a:t>
            </a:r>
            <a:r>
              <a:rPr lang="en-US" dirty="0" smtClean="0"/>
              <a:t> </a:t>
            </a:r>
            <a:r>
              <a:rPr lang="en-US" dirty="0" err="1" smtClean="0"/>
              <a:t>komentar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dibahas</a:t>
            </a:r>
            <a:r>
              <a:rPr lang="en-US" dirty="0" smtClean="0"/>
              <a:t> </a:t>
            </a:r>
            <a:r>
              <a:rPr lang="en-US" dirty="0" err="1" smtClean="0"/>
              <a:t>dipertemuan</a:t>
            </a:r>
            <a:r>
              <a:rPr lang="en-US" dirty="0" smtClean="0"/>
              <a:t> </a:t>
            </a:r>
            <a:r>
              <a:rPr lang="en-US" dirty="0" err="1" smtClean="0"/>
              <a:t>selanjutnya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Format </a:t>
            </a:r>
            <a:r>
              <a:rPr lang="en-US" dirty="0" err="1" smtClean="0"/>
              <a:t>pengumpulan</a:t>
            </a:r>
            <a:r>
              <a:rPr lang="en-US" dirty="0" smtClean="0"/>
              <a:t>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 pdf.</a:t>
            </a:r>
          </a:p>
          <a:p>
            <a:r>
              <a:rPr lang="en-US" dirty="0" err="1" smtClean="0"/>
              <a:t>Jangan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yang copy paste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temannya</a:t>
            </a:r>
            <a:r>
              <a:rPr lang="en-US" dirty="0" smtClean="0"/>
              <a:t>,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 smtClean="0"/>
              <a:t>dianggap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masuk</a:t>
            </a:r>
            <a:r>
              <a:rPr lang="en-US" dirty="0" smtClean="0"/>
              <a:t> MK.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Horizontal Scroll 3"/>
          <p:cNvSpPr/>
          <p:nvPr/>
        </p:nvSpPr>
        <p:spPr>
          <a:xfrm>
            <a:off x="1755059" y="158130"/>
            <a:ext cx="9124335" cy="1242965"/>
          </a:xfrm>
          <a:prstGeom prst="horizontalScroll">
            <a:avLst>
              <a:gd name="adj" fmla="val 25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TUGAS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1886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841</Words>
  <Application>Microsoft Office PowerPoint</Application>
  <PresentationFormat>Widescreen</PresentationFormat>
  <Paragraphs>121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Adobe Kaiti Std R</vt:lpstr>
      <vt:lpstr>Arial</vt:lpstr>
      <vt:lpstr>Century Gothic</vt:lpstr>
      <vt:lpstr>Corbel</vt:lpstr>
      <vt:lpstr>Times New Roman</vt:lpstr>
      <vt:lpstr>Wingdings 2</vt:lpstr>
      <vt:lpstr>Wingdings 3</vt:lpstr>
      <vt:lpstr>Wisp</vt:lpstr>
      <vt:lpstr>Frame</vt:lpstr>
      <vt:lpstr>PowerPoint Presentation</vt:lpstr>
      <vt:lpstr>PowerPoint Presentation</vt:lpstr>
      <vt:lpstr>Sistem Informasi Terintegrasi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nishom</dc:creator>
  <cp:lastModifiedBy>USER</cp:lastModifiedBy>
  <cp:revision>94</cp:revision>
  <dcterms:created xsi:type="dcterms:W3CDTF">2017-09-17T07:14:10Z</dcterms:created>
  <dcterms:modified xsi:type="dcterms:W3CDTF">2020-09-29T01:54:12Z</dcterms:modified>
</cp:coreProperties>
</file>